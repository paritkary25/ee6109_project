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"/>
  </p:notesMasterIdLst>
  <p:sldIdLst>
    <p:sldId id="256" r:id="rId2"/>
  </p:sldIdLst>
  <p:sldSz cx="32399288" cy="43200638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3607" userDrawn="1">
          <p15:clr>
            <a:srgbClr val="A4A3A4"/>
          </p15:clr>
        </p15:guide>
        <p15:guide id="2" pos="20207" userDrawn="1">
          <p15:clr>
            <a:srgbClr val="A4A3A4"/>
          </p15:clr>
        </p15:guide>
        <p15:guide id="3" pos="15360" userDrawn="1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B3D6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98CFA13-DAE8-4511-8044-2E3035584281}">
  <a:tblStyle styleId="{B98CFA13-DAE8-4511-8044-2E303558428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 horzBarState="maximized">
    <p:restoredLeft sz="5225" autoAdjust="0"/>
    <p:restoredTop sz="71783" autoAdjust="0"/>
  </p:normalViewPr>
  <p:slideViewPr>
    <p:cSldViewPr snapToGrid="0">
      <p:cViewPr>
        <p:scale>
          <a:sx n="33" d="100"/>
          <a:sy n="33" d="100"/>
        </p:scale>
        <p:origin x="2202" y="-4002"/>
      </p:cViewPr>
      <p:guideLst>
        <p:guide orient="horz" pos="13607"/>
        <p:guide pos="20207"/>
        <p:guide pos="153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 Udayan Paritkar" userId="eb53e57d-c9de-423f-a2cd-d2e8bb3fdaa3" providerId="ADAL" clId="{9D471372-D6CD-4B12-A7E9-A58A3C2AD1DD}"/>
    <pc:docChg chg="undo redo custSel modSld">
      <pc:chgData name="Yash Udayan Paritkar" userId="eb53e57d-c9de-423f-a2cd-d2e8bb3fdaa3" providerId="ADAL" clId="{9D471372-D6CD-4B12-A7E9-A58A3C2AD1DD}" dt="2024-11-23T19:56:10.616" v="6173" actId="20577"/>
      <pc:docMkLst>
        <pc:docMk/>
      </pc:docMkLst>
      <pc:sldChg chg="addSp delSp modSp mod">
        <pc:chgData name="Yash Udayan Paritkar" userId="eb53e57d-c9de-423f-a2cd-d2e8bb3fdaa3" providerId="ADAL" clId="{9D471372-D6CD-4B12-A7E9-A58A3C2AD1DD}" dt="2024-11-23T19:56:10.616" v="6173" actId="20577"/>
        <pc:sldMkLst>
          <pc:docMk/>
          <pc:sldMk cId="0" sldId="256"/>
        </pc:sldMkLst>
        <pc:spChg chg="add mod">
          <ac:chgData name="Yash Udayan Paritkar" userId="eb53e57d-c9de-423f-a2cd-d2e8bb3fdaa3" providerId="ADAL" clId="{9D471372-D6CD-4B12-A7E9-A58A3C2AD1DD}" dt="2024-11-23T16:14:33.387" v="4619" actId="1076"/>
          <ac:spMkLst>
            <pc:docMk/>
            <pc:sldMk cId="0" sldId="256"/>
            <ac:spMk id="2" creationId="{0D8F5FD7-C465-9C8A-3BA6-8410D3FAC7C8}"/>
          </ac:spMkLst>
        </pc:spChg>
        <pc:spChg chg="add mod">
          <ac:chgData name="Yash Udayan Paritkar" userId="eb53e57d-c9de-423f-a2cd-d2e8bb3fdaa3" providerId="ADAL" clId="{9D471372-D6CD-4B12-A7E9-A58A3C2AD1DD}" dt="2024-11-23T16:43:27.461" v="5756" actId="14100"/>
          <ac:spMkLst>
            <pc:docMk/>
            <pc:sldMk cId="0" sldId="256"/>
            <ac:spMk id="3" creationId="{A37C9042-DF9F-5615-16EF-C80243621233}"/>
          </ac:spMkLst>
        </pc:spChg>
        <pc:spChg chg="add mod">
          <ac:chgData name="Yash Udayan Paritkar" userId="eb53e57d-c9de-423f-a2cd-d2e8bb3fdaa3" providerId="ADAL" clId="{9D471372-D6CD-4B12-A7E9-A58A3C2AD1DD}" dt="2024-11-23T16:43:23.481" v="5755" actId="14100"/>
          <ac:spMkLst>
            <pc:docMk/>
            <pc:sldMk cId="0" sldId="256"/>
            <ac:spMk id="4" creationId="{53012296-AA5E-57E0-F2A3-22783F10F5BC}"/>
          </ac:spMkLst>
        </pc:spChg>
        <pc:spChg chg="add">
          <ac:chgData name="Yash Udayan Paritkar" userId="eb53e57d-c9de-423f-a2cd-d2e8bb3fdaa3" providerId="ADAL" clId="{9D471372-D6CD-4B12-A7E9-A58A3C2AD1DD}" dt="2024-11-23T17:18:55.945" v="5962"/>
          <ac:spMkLst>
            <pc:docMk/>
            <pc:sldMk cId="0" sldId="256"/>
            <ac:spMk id="5" creationId="{096F1D8A-CE9D-5590-3075-EB7CBB14D049}"/>
          </ac:spMkLst>
        </pc:spChg>
        <pc:spChg chg="mod">
          <ac:chgData name="Yash Udayan Paritkar" userId="eb53e57d-c9de-423f-a2cd-d2e8bb3fdaa3" providerId="ADAL" clId="{9D471372-D6CD-4B12-A7E9-A58A3C2AD1DD}" dt="2024-11-23T16:40:10.006" v="5662" actId="164"/>
          <ac:spMkLst>
            <pc:docMk/>
            <pc:sldMk cId="0" sldId="256"/>
            <ac:spMk id="6" creationId="{00000000-0000-0000-0000-000000000000}"/>
          </ac:spMkLst>
        </pc:spChg>
        <pc:spChg chg="mod">
          <ac:chgData name="Yash Udayan Paritkar" userId="eb53e57d-c9de-423f-a2cd-d2e8bb3fdaa3" providerId="ADAL" clId="{9D471372-D6CD-4B12-A7E9-A58A3C2AD1DD}" dt="2024-11-23T17:24:06.244" v="6001" actId="113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Yash Udayan Paritkar" userId="eb53e57d-c9de-423f-a2cd-d2e8bb3fdaa3" providerId="ADAL" clId="{9D471372-D6CD-4B12-A7E9-A58A3C2AD1DD}" dt="2024-11-23T17:19:21.503" v="5965" actId="14100"/>
          <ac:spMkLst>
            <pc:docMk/>
            <pc:sldMk cId="0" sldId="256"/>
            <ac:spMk id="10" creationId="{31DF6AD3-F23F-55F7-F436-AB2248EA4397}"/>
          </ac:spMkLst>
        </pc:spChg>
        <pc:spChg chg="add del mod">
          <ac:chgData name="Yash Udayan Paritkar" userId="eb53e57d-c9de-423f-a2cd-d2e8bb3fdaa3" providerId="ADAL" clId="{9D471372-D6CD-4B12-A7E9-A58A3C2AD1DD}" dt="2024-11-23T19:52:45.631" v="6064" actId="20577"/>
          <ac:spMkLst>
            <pc:docMk/>
            <pc:sldMk cId="0" sldId="256"/>
            <ac:spMk id="12" creationId="{B174736A-59EA-A3A6-7265-84835E86A05D}"/>
          </ac:spMkLst>
        </pc:spChg>
        <pc:spChg chg="add mod">
          <ac:chgData name="Yash Udayan Paritkar" userId="eb53e57d-c9de-423f-a2cd-d2e8bb3fdaa3" providerId="ADAL" clId="{9D471372-D6CD-4B12-A7E9-A58A3C2AD1DD}" dt="2024-11-23T19:53:25.054" v="6074" actId="20577"/>
          <ac:spMkLst>
            <pc:docMk/>
            <pc:sldMk cId="0" sldId="256"/>
            <ac:spMk id="13" creationId="{F6862B69-0F84-E0C7-7788-2A63A24803F2}"/>
          </ac:spMkLst>
        </pc:spChg>
        <pc:spChg chg="add mod">
          <ac:chgData name="Yash Udayan Paritkar" userId="eb53e57d-c9de-423f-a2cd-d2e8bb3fdaa3" providerId="ADAL" clId="{9D471372-D6CD-4B12-A7E9-A58A3C2AD1DD}" dt="2024-11-23T16:27:52.129" v="5078" actId="14100"/>
          <ac:spMkLst>
            <pc:docMk/>
            <pc:sldMk cId="0" sldId="256"/>
            <ac:spMk id="14" creationId="{7DC15500-1206-91CB-933E-87A1CAF9074D}"/>
          </ac:spMkLst>
        </pc:spChg>
        <pc:spChg chg="add mod">
          <ac:chgData name="Yash Udayan Paritkar" userId="eb53e57d-c9de-423f-a2cd-d2e8bb3fdaa3" providerId="ADAL" clId="{9D471372-D6CD-4B12-A7E9-A58A3C2AD1DD}" dt="2024-11-23T15:05:50.755" v="3123" actId="14100"/>
          <ac:spMkLst>
            <pc:docMk/>
            <pc:sldMk cId="0" sldId="256"/>
            <ac:spMk id="15" creationId="{E3C2BC3C-5F4F-6BC9-3967-819877623B68}"/>
          </ac:spMkLst>
        </pc:spChg>
        <pc:spChg chg="add mod">
          <ac:chgData name="Yash Udayan Paritkar" userId="eb53e57d-c9de-423f-a2cd-d2e8bb3fdaa3" providerId="ADAL" clId="{9D471372-D6CD-4B12-A7E9-A58A3C2AD1DD}" dt="2024-11-23T16:24:47.919" v="4721" actId="20577"/>
          <ac:spMkLst>
            <pc:docMk/>
            <pc:sldMk cId="0" sldId="256"/>
            <ac:spMk id="16" creationId="{C8403145-1E95-217A-8950-93C207C14616}"/>
          </ac:spMkLst>
        </pc:spChg>
        <pc:spChg chg="add mod">
          <ac:chgData name="Yash Udayan Paritkar" userId="eb53e57d-c9de-423f-a2cd-d2e8bb3fdaa3" providerId="ADAL" clId="{9D471372-D6CD-4B12-A7E9-A58A3C2AD1DD}" dt="2024-11-23T17:19:31.281" v="5971"/>
          <ac:spMkLst>
            <pc:docMk/>
            <pc:sldMk cId="0" sldId="256"/>
            <ac:spMk id="17" creationId="{62F66D1A-AB07-10D7-550C-F90289D8DEFF}"/>
          </ac:spMkLst>
        </pc:spChg>
        <pc:spChg chg="add mod">
          <ac:chgData name="Yash Udayan Paritkar" userId="eb53e57d-c9de-423f-a2cd-d2e8bb3fdaa3" providerId="ADAL" clId="{9D471372-D6CD-4B12-A7E9-A58A3C2AD1DD}" dt="2024-11-23T14:10:28.212" v="2396"/>
          <ac:spMkLst>
            <pc:docMk/>
            <pc:sldMk cId="0" sldId="256"/>
            <ac:spMk id="17" creationId="{7B6CA126-ABC8-F97F-D002-030228C064CD}"/>
          </ac:spMkLst>
        </pc:spChg>
        <pc:spChg chg="add mod">
          <ac:chgData name="Yash Udayan Paritkar" userId="eb53e57d-c9de-423f-a2cd-d2e8bb3fdaa3" providerId="ADAL" clId="{9D471372-D6CD-4B12-A7E9-A58A3C2AD1DD}" dt="2024-11-23T14:10:28.212" v="2396"/>
          <ac:spMkLst>
            <pc:docMk/>
            <pc:sldMk cId="0" sldId="256"/>
            <ac:spMk id="18" creationId="{10B65F16-BE70-6C3B-C6AC-C12E5FD9F187}"/>
          </ac:spMkLst>
        </pc:spChg>
        <pc:spChg chg="add mod">
          <ac:chgData name="Yash Udayan Paritkar" userId="eb53e57d-c9de-423f-a2cd-d2e8bb3fdaa3" providerId="ADAL" clId="{9D471372-D6CD-4B12-A7E9-A58A3C2AD1DD}" dt="2024-11-23T17:19:34.697" v="5973"/>
          <ac:spMkLst>
            <pc:docMk/>
            <pc:sldMk cId="0" sldId="256"/>
            <ac:spMk id="18" creationId="{1B1C84FC-2266-E094-6BB0-6E913DA2A495}"/>
          </ac:spMkLst>
        </pc:spChg>
        <pc:spChg chg="add mod">
          <ac:chgData name="Yash Udayan Paritkar" userId="eb53e57d-c9de-423f-a2cd-d2e8bb3fdaa3" providerId="ADAL" clId="{9D471372-D6CD-4B12-A7E9-A58A3C2AD1DD}" dt="2024-11-23T14:10:28.212" v="2396"/>
          <ac:spMkLst>
            <pc:docMk/>
            <pc:sldMk cId="0" sldId="256"/>
            <ac:spMk id="19" creationId="{3C276AC1-DCA8-8290-EF16-561411509394}"/>
          </ac:spMkLst>
        </pc:spChg>
        <pc:spChg chg="add mod">
          <ac:chgData name="Yash Udayan Paritkar" userId="eb53e57d-c9de-423f-a2cd-d2e8bb3fdaa3" providerId="ADAL" clId="{9D471372-D6CD-4B12-A7E9-A58A3C2AD1DD}" dt="2024-11-23T17:19:50.086" v="5974"/>
          <ac:spMkLst>
            <pc:docMk/>
            <pc:sldMk cId="0" sldId="256"/>
            <ac:spMk id="19" creationId="{99EF781B-DE77-C2E2-CCBC-7AE8D8B37576}"/>
          </ac:spMkLst>
        </pc:spChg>
        <pc:spChg chg="add del mod">
          <ac:chgData name="Yash Udayan Paritkar" userId="eb53e57d-c9de-423f-a2cd-d2e8bb3fdaa3" providerId="ADAL" clId="{9D471372-D6CD-4B12-A7E9-A58A3C2AD1DD}" dt="2024-11-23T14:38:20.907" v="2445" actId="478"/>
          <ac:spMkLst>
            <pc:docMk/>
            <pc:sldMk cId="0" sldId="256"/>
            <ac:spMk id="20" creationId="{A098874A-C117-73FA-EF08-AFADB0E4C28E}"/>
          </ac:spMkLst>
        </pc:spChg>
        <pc:spChg chg="add mod">
          <ac:chgData name="Yash Udayan Paritkar" userId="eb53e57d-c9de-423f-a2cd-d2e8bb3fdaa3" providerId="ADAL" clId="{9D471372-D6CD-4B12-A7E9-A58A3C2AD1DD}" dt="2024-11-23T14:24:36.939" v="2416"/>
          <ac:spMkLst>
            <pc:docMk/>
            <pc:sldMk cId="0" sldId="256"/>
            <ac:spMk id="21" creationId="{0C6B41F3-9976-B0A7-7986-698B04308992}"/>
          </ac:spMkLst>
        </pc:spChg>
        <pc:spChg chg="add mod">
          <ac:chgData name="Yash Udayan Paritkar" userId="eb53e57d-c9de-423f-a2cd-d2e8bb3fdaa3" providerId="ADAL" clId="{9D471372-D6CD-4B12-A7E9-A58A3C2AD1DD}" dt="2024-11-23T17:20:06.399" v="5978" actId="14100"/>
          <ac:spMkLst>
            <pc:docMk/>
            <pc:sldMk cId="0" sldId="256"/>
            <ac:spMk id="21" creationId="{95EB9254-620F-EE6A-8673-F2EACF54A7B8}"/>
          </ac:spMkLst>
        </pc:spChg>
        <pc:spChg chg="add mod">
          <ac:chgData name="Yash Udayan Paritkar" userId="eb53e57d-c9de-423f-a2cd-d2e8bb3fdaa3" providerId="ADAL" clId="{9D471372-D6CD-4B12-A7E9-A58A3C2AD1DD}" dt="2024-11-23T14:38:19.064" v="2440" actId="1076"/>
          <ac:spMkLst>
            <pc:docMk/>
            <pc:sldMk cId="0" sldId="256"/>
            <ac:spMk id="22" creationId="{3A2E016F-4F1C-B345-EBA5-312CF8F3A9CE}"/>
          </ac:spMkLst>
        </pc:spChg>
        <pc:spChg chg="add mod">
          <ac:chgData name="Yash Udayan Paritkar" userId="eb53e57d-c9de-423f-a2cd-d2e8bb3fdaa3" providerId="ADAL" clId="{9D471372-D6CD-4B12-A7E9-A58A3C2AD1DD}" dt="2024-11-23T14:38:19.064" v="2440" actId="1076"/>
          <ac:spMkLst>
            <pc:docMk/>
            <pc:sldMk cId="0" sldId="256"/>
            <ac:spMk id="23" creationId="{7F4461F2-AB11-30B0-FDA4-7790FDC129F3}"/>
          </ac:spMkLst>
        </pc:spChg>
        <pc:spChg chg="add mod">
          <ac:chgData name="Yash Udayan Paritkar" userId="eb53e57d-c9de-423f-a2cd-d2e8bb3fdaa3" providerId="ADAL" clId="{9D471372-D6CD-4B12-A7E9-A58A3C2AD1DD}" dt="2024-11-23T14:38:19.064" v="2440" actId="1076"/>
          <ac:spMkLst>
            <pc:docMk/>
            <pc:sldMk cId="0" sldId="256"/>
            <ac:spMk id="24" creationId="{DFDDDE70-C7BC-E44A-2A9C-FC3FFC0BE460}"/>
          </ac:spMkLst>
        </pc:spChg>
        <pc:spChg chg="add mod">
          <ac:chgData name="Yash Udayan Paritkar" userId="eb53e57d-c9de-423f-a2cd-d2e8bb3fdaa3" providerId="ADAL" clId="{9D471372-D6CD-4B12-A7E9-A58A3C2AD1DD}" dt="2024-11-23T19:54:08.585" v="6148" actId="313"/>
          <ac:spMkLst>
            <pc:docMk/>
            <pc:sldMk cId="0" sldId="256"/>
            <ac:spMk id="41" creationId="{3F1EA473-7524-4367-C836-0BABD2E0CECC}"/>
          </ac:spMkLst>
        </pc:spChg>
        <pc:spChg chg="add del mod">
          <ac:chgData name="Yash Udayan Paritkar" userId="eb53e57d-c9de-423f-a2cd-d2e8bb3fdaa3" providerId="ADAL" clId="{9D471372-D6CD-4B12-A7E9-A58A3C2AD1DD}" dt="2024-11-23T16:17:22.143" v="4640" actId="478"/>
          <ac:spMkLst>
            <pc:docMk/>
            <pc:sldMk cId="0" sldId="256"/>
            <ac:spMk id="42" creationId="{F1FCA7B4-4253-67BE-7E79-58B0C46EE720}"/>
          </ac:spMkLst>
        </pc:spChg>
        <pc:spChg chg="add mod">
          <ac:chgData name="Yash Udayan Paritkar" userId="eb53e57d-c9de-423f-a2cd-d2e8bb3fdaa3" providerId="ADAL" clId="{9D471372-D6CD-4B12-A7E9-A58A3C2AD1DD}" dt="2024-11-23T15:05:47.837" v="3122" actId="14100"/>
          <ac:spMkLst>
            <pc:docMk/>
            <pc:sldMk cId="0" sldId="256"/>
            <ac:spMk id="43" creationId="{D3AA0387-BFAA-22DF-8019-8A8CAF262F1F}"/>
          </ac:spMkLst>
        </pc:spChg>
        <pc:spChg chg="add mod">
          <ac:chgData name="Yash Udayan Paritkar" userId="eb53e57d-c9de-423f-a2cd-d2e8bb3fdaa3" providerId="ADAL" clId="{9D471372-D6CD-4B12-A7E9-A58A3C2AD1DD}" dt="2024-11-23T16:13:16.218" v="4608" actId="113"/>
          <ac:spMkLst>
            <pc:docMk/>
            <pc:sldMk cId="0" sldId="256"/>
            <ac:spMk id="44" creationId="{7883A191-AD2E-14B5-5DC6-AA4E59E17F4D}"/>
          </ac:spMkLst>
        </pc:spChg>
        <pc:spChg chg="add del">
          <ac:chgData name="Yash Udayan Paritkar" userId="eb53e57d-c9de-423f-a2cd-d2e8bb3fdaa3" providerId="ADAL" clId="{9D471372-D6CD-4B12-A7E9-A58A3C2AD1DD}" dt="2024-11-23T15:11:16.563" v="3204" actId="11529"/>
          <ac:spMkLst>
            <pc:docMk/>
            <pc:sldMk cId="0" sldId="256"/>
            <ac:spMk id="47" creationId="{B4F6A116-CAAB-A834-B477-A56EE2945034}"/>
          </ac:spMkLst>
        </pc:spChg>
        <pc:spChg chg="add del">
          <ac:chgData name="Yash Udayan Paritkar" userId="eb53e57d-c9de-423f-a2cd-d2e8bb3fdaa3" providerId="ADAL" clId="{9D471372-D6CD-4B12-A7E9-A58A3C2AD1DD}" dt="2024-11-23T15:11:53.126" v="3206" actId="11529"/>
          <ac:spMkLst>
            <pc:docMk/>
            <pc:sldMk cId="0" sldId="256"/>
            <ac:spMk id="48" creationId="{0F082D12-88F0-54BB-8E22-4180FC801806}"/>
          </ac:spMkLst>
        </pc:spChg>
        <pc:spChg chg="add mod">
          <ac:chgData name="Yash Udayan Paritkar" userId="eb53e57d-c9de-423f-a2cd-d2e8bb3fdaa3" providerId="ADAL" clId="{9D471372-D6CD-4B12-A7E9-A58A3C2AD1DD}" dt="2024-11-23T16:40:10.006" v="5662" actId="164"/>
          <ac:spMkLst>
            <pc:docMk/>
            <pc:sldMk cId="0" sldId="256"/>
            <ac:spMk id="49" creationId="{167B2692-4C36-CEC1-3855-DBD7DFAC8260}"/>
          </ac:spMkLst>
        </pc:spChg>
        <pc:spChg chg="add del mod">
          <ac:chgData name="Yash Udayan Paritkar" userId="eb53e57d-c9de-423f-a2cd-d2e8bb3fdaa3" providerId="ADAL" clId="{9D471372-D6CD-4B12-A7E9-A58A3C2AD1DD}" dt="2024-11-23T15:12:32.272" v="3217" actId="11529"/>
          <ac:spMkLst>
            <pc:docMk/>
            <pc:sldMk cId="0" sldId="256"/>
            <ac:spMk id="51" creationId="{F421DD3A-806D-5A6D-47A3-BBFE43F29762}"/>
          </ac:spMkLst>
        </pc:spChg>
        <pc:spChg chg="add mod">
          <ac:chgData name="Yash Udayan Paritkar" userId="eb53e57d-c9de-423f-a2cd-d2e8bb3fdaa3" providerId="ADAL" clId="{9D471372-D6CD-4B12-A7E9-A58A3C2AD1DD}" dt="2024-11-23T16:40:10.006" v="5662" actId="164"/>
          <ac:spMkLst>
            <pc:docMk/>
            <pc:sldMk cId="0" sldId="256"/>
            <ac:spMk id="52" creationId="{ADE7A0EA-0A98-6425-36B7-9117D28FCBD8}"/>
          </ac:spMkLst>
        </pc:spChg>
        <pc:spChg chg="add mod">
          <ac:chgData name="Yash Udayan Paritkar" userId="eb53e57d-c9de-423f-a2cd-d2e8bb3fdaa3" providerId="ADAL" clId="{9D471372-D6CD-4B12-A7E9-A58A3C2AD1DD}" dt="2024-11-23T16:40:10.006" v="5662" actId="164"/>
          <ac:spMkLst>
            <pc:docMk/>
            <pc:sldMk cId="0" sldId="256"/>
            <ac:spMk id="53" creationId="{4574E1B7-AB00-19FA-7950-00E8F20E75D2}"/>
          </ac:spMkLst>
        </pc:spChg>
        <pc:spChg chg="add mod">
          <ac:chgData name="Yash Udayan Paritkar" userId="eb53e57d-c9de-423f-a2cd-d2e8bb3fdaa3" providerId="ADAL" clId="{9D471372-D6CD-4B12-A7E9-A58A3C2AD1DD}" dt="2024-11-23T16:40:10.006" v="5662" actId="164"/>
          <ac:spMkLst>
            <pc:docMk/>
            <pc:sldMk cId="0" sldId="256"/>
            <ac:spMk id="54" creationId="{6300E8BB-8012-F78A-7A57-468FD0F52D5A}"/>
          </ac:spMkLst>
        </pc:spChg>
        <pc:spChg chg="add del mod">
          <ac:chgData name="Yash Udayan Paritkar" userId="eb53e57d-c9de-423f-a2cd-d2e8bb3fdaa3" providerId="ADAL" clId="{9D471372-D6CD-4B12-A7E9-A58A3C2AD1DD}" dt="2024-11-23T15:31:23.606" v="4322" actId="47"/>
          <ac:spMkLst>
            <pc:docMk/>
            <pc:sldMk cId="0" sldId="256"/>
            <ac:spMk id="55" creationId="{DAF2DA3B-485E-4F78-1A82-66F5DBB23245}"/>
          </ac:spMkLst>
        </pc:spChg>
        <pc:spChg chg="add mod">
          <ac:chgData name="Yash Udayan Paritkar" userId="eb53e57d-c9de-423f-a2cd-d2e8bb3fdaa3" providerId="ADAL" clId="{9D471372-D6CD-4B12-A7E9-A58A3C2AD1DD}" dt="2024-11-23T19:56:10.616" v="6173" actId="20577"/>
          <ac:spMkLst>
            <pc:docMk/>
            <pc:sldMk cId="0" sldId="256"/>
            <ac:spMk id="56" creationId="{F77F32C4-1480-050D-DD3D-21D9668E56DF}"/>
          </ac:spMkLst>
        </pc:spChg>
        <pc:spChg chg="add mod">
          <ac:chgData name="Yash Udayan Paritkar" userId="eb53e57d-c9de-423f-a2cd-d2e8bb3fdaa3" providerId="ADAL" clId="{9D471372-D6CD-4B12-A7E9-A58A3C2AD1DD}" dt="2024-11-23T19:54:45.997" v="6153" actId="20577"/>
          <ac:spMkLst>
            <pc:docMk/>
            <pc:sldMk cId="0" sldId="256"/>
            <ac:spMk id="57" creationId="{6B4D89CA-1ECD-2CB5-B5AA-F35DC29ED58F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63" creationId="{2A02AED2-4B01-6A17-0403-E008699A269A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57" creationId="{012C7B85-2B7E-F819-3F6B-71EED8C31A92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58" creationId="{B2E2E63C-DF85-B868-45FB-5D6E5CC6DCE6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60" creationId="{4CE00F5E-8C7D-3C27-A13D-E12128A76D1F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61" creationId="{E2A38D7D-2C3F-50EB-8B80-0FD5F58C5ADE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62" creationId="{C9077962-9838-6072-282A-4398EAB1BC6B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63" creationId="{7FF391B9-E3DB-88F6-8CE9-15AFA0814006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64" creationId="{0181B299-DA55-D0CC-17FC-CB62AB8E59EE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65" creationId="{0C5909B2-1050-DC77-E072-071A308D360F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66" creationId="{6B2C8AB2-AA13-B135-69AB-32D1348386E7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67" creationId="{39413AEC-30C6-832B-9877-BBB8746C20C4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68" creationId="{9CA60042-DB45-7106-E03C-73D19F8D94BA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69" creationId="{3C65502E-93EA-35CA-7CE5-08A78A8E7F31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70" creationId="{9F5707E8-0E02-5562-D413-62269D2DDCF8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71" creationId="{5287D675-177B-18E4-AE0F-247DC9449053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72" creationId="{BF4A67A9-D2B8-48BD-165B-47A3412BB834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73" creationId="{8166F167-8B91-0437-2111-099A49F146B8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74" creationId="{06C2D9F6-4DF5-3A9A-9BBE-24B46A0C5E5E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75" creationId="{F69B9E39-9DAE-7BE7-ABDA-BD6364EC2220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77" creationId="{023372A7-64D5-D894-D4F0-7039289FC13D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78" creationId="{DBAB3948-5FAD-3035-98BF-623E24CFB037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79" creationId="{3619FC42-714E-97E8-4106-74CA15B80565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80" creationId="{1EF4ABE7-D785-8651-3530-3BF22F3ED93E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81" creationId="{646AD739-B5BE-D795-27C5-2775A6B0E2B7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82" creationId="{5A009A65-ECC6-D805-063E-4584F327EEAB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83" creationId="{F68F88EE-C218-59A2-8298-A604E53456E4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84" creationId="{49B02190-C995-ABE0-7784-E1137DF685A1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85" creationId="{114C2D40-1C02-3FF4-709B-5313D503AABF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86" creationId="{B71DC0B3-9F89-478E-B034-070AB0FF2257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87" creationId="{4073E9BE-88F3-59DE-56F2-FB96199952C7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88" creationId="{188FBFAD-64AD-78AF-1B06-57726DBB726C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89" creationId="{4617D544-3D33-6E79-372F-005C6F25DC40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90" creationId="{1F43F155-0175-D917-9B0F-49AFC878A748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91" creationId="{D9208549-760E-8204-EC16-64E47F1DF310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92" creationId="{0107D51B-D406-3E7E-2BA3-08363E0D4F14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93" creationId="{9364E4F1-1AB9-7D51-4E6C-21A9378F981C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94" creationId="{A522EA8D-220B-7E4F-FB88-3BDC4957D6D7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95" creationId="{5316F133-FFA1-5093-7FAF-4B9788DCD3E5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96" creationId="{9C378AC6-5DDA-077B-C174-140F2DF3BF51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97" creationId="{49DA9D89-A835-CC5B-75F6-4C7A2D29BD8D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298" creationId="{BCC236A7-991C-0DEB-44DC-0C8E85ED3DC4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300" creationId="{E1BE7650-CC21-76D8-38D6-6F1D9B83F2B4}"/>
          </ac:spMkLst>
        </pc:spChg>
        <pc:spChg chg="mod">
          <ac:chgData name="Yash Udayan Paritkar" userId="eb53e57d-c9de-423f-a2cd-d2e8bb3fdaa3" providerId="ADAL" clId="{9D471372-D6CD-4B12-A7E9-A58A3C2AD1DD}" dt="2024-11-23T15:47:39.916" v="4510" actId="27803"/>
          <ac:spMkLst>
            <pc:docMk/>
            <pc:sldMk cId="0" sldId="256"/>
            <ac:spMk id="301" creationId="{108809B2-B24D-4B41-ADA7-F9C94188ED23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03" creationId="{E7CBF0A2-9C41-6ECB-3423-B3C41BB7E244}"/>
          </ac:spMkLst>
        </pc:spChg>
        <pc:spChg chg="mod">
          <ac:chgData name="Yash Udayan Paritkar" userId="eb53e57d-c9de-423f-a2cd-d2e8bb3fdaa3" providerId="ADAL" clId="{9D471372-D6CD-4B12-A7E9-A58A3C2AD1DD}" dt="2024-11-23T16:40:30.983" v="5688" actId="1038"/>
          <ac:spMkLst>
            <pc:docMk/>
            <pc:sldMk cId="0" sldId="256"/>
            <ac:spMk id="304" creationId="{6DF178D5-C85E-EE15-79F7-72D699650D89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06" creationId="{6DEA7B60-A785-A028-0164-91F84B87FA75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07" creationId="{2277461A-698C-67FE-740F-F2645E6C5642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09" creationId="{A832A662-A9F7-FCAC-42B1-2DFECA0CDB8C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10" creationId="{73E91CDB-F5D7-008C-2DBF-B70B6C2E9ABA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11" creationId="{142ACA21-7019-233A-9ABA-569ECB0EF6EA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12" creationId="{958353BD-105E-CFBC-8FBD-46AD9B8EEF83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13" creationId="{5E47F263-3C34-CC24-49FF-92DB307446D5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14" creationId="{B1E3EC0C-B95C-CF7D-AB5F-A72BBA7C4972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15" creationId="{182C3F51-3775-03AC-EEE6-74A1B7FAC9D0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16" creationId="{B1486588-8F1D-F1B9-7673-164EE5B75BBD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17" creationId="{51AE0D70-9B90-BA1E-688F-A008B8E72148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18" creationId="{F32ED1D0-87B4-9631-099E-2FF550333410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20" creationId="{04E0B5EE-3147-94BB-52C5-B7F2A88157DD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21" creationId="{32DDEC1D-CFAE-835D-4694-1ADB1659F6F5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22" creationId="{FB1BD14F-D825-BF94-BB2A-A7E36418746D}"/>
          </ac:spMkLst>
        </pc:spChg>
        <pc:spChg chg="del">
          <ac:chgData name="Yash Udayan Paritkar" userId="eb53e57d-c9de-423f-a2cd-d2e8bb3fdaa3" providerId="ADAL" clId="{9D471372-D6CD-4B12-A7E9-A58A3C2AD1DD}" dt="2024-11-23T15:01:24.204" v="2863" actId="478"/>
          <ac:spMkLst>
            <pc:docMk/>
            <pc:sldMk cId="0" sldId="256"/>
            <ac:spMk id="324" creationId="{159278BD-F80A-94D3-6C85-DB8333B22C42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25" creationId="{534B90D6-D3EF-263D-72C9-50C1AD1AAC51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26" creationId="{4C1E3E88-1E83-8F67-B1FB-07570A18464C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27" creationId="{3D43B39E-92D6-ADFD-AEB6-5977B20141EF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29" creationId="{23065988-FAB6-C085-6FD8-1F51FD73CD80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30" creationId="{283DFB0C-8C51-ED52-0BCC-43C9F7BE137A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31" creationId="{4D961834-1396-6BC8-FD27-A0F07C1CC7E9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32" creationId="{128A2A6F-CCB7-9547-8A69-F1263A5B2ACD}"/>
          </ac:spMkLst>
        </pc:spChg>
        <pc:spChg chg="mod">
          <ac:chgData name="Yash Udayan Paritkar" userId="eb53e57d-c9de-423f-a2cd-d2e8bb3fdaa3" providerId="ADAL" clId="{9D471372-D6CD-4B12-A7E9-A58A3C2AD1DD}" dt="2024-11-23T17:17:26.622" v="5953" actId="14100"/>
          <ac:spMkLst>
            <pc:docMk/>
            <pc:sldMk cId="0" sldId="256"/>
            <ac:spMk id="333" creationId="{B7E743F5-CC8F-DC0C-FCD8-C7E867F17265}"/>
          </ac:spMkLst>
        </pc:spChg>
        <pc:spChg chg="mod">
          <ac:chgData name="Yash Udayan Paritkar" userId="eb53e57d-c9de-423f-a2cd-d2e8bb3fdaa3" providerId="ADAL" clId="{9D471372-D6CD-4B12-A7E9-A58A3C2AD1DD}" dt="2024-11-23T15:15:53.386" v="3333" actId="14100"/>
          <ac:spMkLst>
            <pc:docMk/>
            <pc:sldMk cId="0" sldId="256"/>
            <ac:spMk id="334" creationId="{07815601-73C8-0329-D600-A90EE1207AA5}"/>
          </ac:spMkLst>
        </pc:spChg>
        <pc:spChg chg="mod">
          <ac:chgData name="Yash Udayan Paritkar" userId="eb53e57d-c9de-423f-a2cd-d2e8bb3fdaa3" providerId="ADAL" clId="{9D471372-D6CD-4B12-A7E9-A58A3C2AD1DD}" dt="2024-11-23T16:13:11.298" v="4605" actId="113"/>
          <ac:spMkLst>
            <pc:docMk/>
            <pc:sldMk cId="0" sldId="256"/>
            <ac:spMk id="335" creationId="{F5BFCD59-07D6-602A-2A1A-001B188B2C3A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36" creationId="{523BF18B-377A-EDB5-65C6-F3012F16DA15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37" creationId="{153DBF44-180D-C5B3-3C3B-3AE0F2B8C97D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38" creationId="{3F7500E9-D899-7860-2BB6-5A626A12B9A0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39" creationId="{2E517ECF-0C5C-8E66-BEF4-0C8EDBF7244E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40" creationId="{2B05BD07-7E03-1A0B-57FA-9ABBB0684290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41" creationId="{EF84684A-E5E2-F5AD-0040-7D911B88BF41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42" creationId="{773D458D-7515-AFAD-7754-B3085E462655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43" creationId="{F867D012-B80D-0CE1-2DA0-DE587655F588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44" creationId="{ADB05F8C-2B58-672B-326F-8505A351DE85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45" creationId="{C9D7EA83-C8C0-6CB0-30A1-F1944EC09DF8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46" creationId="{63FA7BDF-1EA7-8572-DB0D-5289CD5BDB6F}"/>
          </ac:spMkLst>
        </pc:spChg>
        <pc:spChg chg="mod">
          <ac:chgData name="Yash Udayan Paritkar" userId="eb53e57d-c9de-423f-a2cd-d2e8bb3fdaa3" providerId="ADAL" clId="{9D471372-D6CD-4B12-A7E9-A58A3C2AD1DD}" dt="2024-11-23T13:41:46.772" v="1625" actId="14100"/>
          <ac:spMkLst>
            <pc:docMk/>
            <pc:sldMk cId="0" sldId="256"/>
            <ac:spMk id="347" creationId="{79EADAF6-1CCE-8866-D630-DC6695FE4DBD}"/>
          </ac:spMkLst>
        </pc:spChg>
        <pc:spChg chg="mod">
          <ac:chgData name="Yash Udayan Paritkar" userId="eb53e57d-c9de-423f-a2cd-d2e8bb3fdaa3" providerId="ADAL" clId="{9D471372-D6CD-4B12-A7E9-A58A3C2AD1DD}" dt="2024-11-23T16:43:39.202" v="5757" actId="1076"/>
          <ac:spMkLst>
            <pc:docMk/>
            <pc:sldMk cId="0" sldId="256"/>
            <ac:spMk id="348" creationId="{EBDAAA11-3F92-1309-ECE2-E4490795E35B}"/>
          </ac:spMkLst>
        </pc:spChg>
        <pc:spChg chg="mod">
          <ac:chgData name="Yash Udayan Paritkar" userId="eb53e57d-c9de-423f-a2cd-d2e8bb3fdaa3" providerId="ADAL" clId="{9D471372-D6CD-4B12-A7E9-A58A3C2AD1DD}" dt="2024-11-23T16:13:07.424" v="4603" actId="113"/>
          <ac:spMkLst>
            <pc:docMk/>
            <pc:sldMk cId="0" sldId="256"/>
            <ac:spMk id="349" creationId="{02DA661D-9624-084A-F471-00A1AE28C24F}"/>
          </ac:spMkLst>
        </pc:spChg>
        <pc:spChg chg="add del mod">
          <ac:chgData name="Yash Udayan Paritkar" userId="eb53e57d-c9de-423f-a2cd-d2e8bb3fdaa3" providerId="ADAL" clId="{9D471372-D6CD-4B12-A7E9-A58A3C2AD1DD}" dt="2024-11-23T17:17:30.741" v="5954" actId="14100"/>
          <ac:spMkLst>
            <pc:docMk/>
            <pc:sldMk cId="0" sldId="256"/>
            <ac:spMk id="350" creationId="{29C71A51-8D0A-35B3-38E6-8701FBEA7457}"/>
          </ac:spMkLst>
        </pc:spChg>
        <pc:spChg chg="add del mod">
          <ac:chgData name="Yash Udayan Paritkar" userId="eb53e57d-c9de-423f-a2cd-d2e8bb3fdaa3" providerId="ADAL" clId="{9D471372-D6CD-4B12-A7E9-A58A3C2AD1DD}" dt="2024-11-23T15:15:56.741" v="3334" actId="14100"/>
          <ac:spMkLst>
            <pc:docMk/>
            <pc:sldMk cId="0" sldId="256"/>
            <ac:spMk id="351" creationId="{3CF7FCA5-435C-8B84-AD8C-58FDC9328040}"/>
          </ac:spMkLst>
        </pc:spChg>
        <pc:spChg chg="add del mod">
          <ac:chgData name="Yash Udayan Paritkar" userId="eb53e57d-c9de-423f-a2cd-d2e8bb3fdaa3" providerId="ADAL" clId="{9D471372-D6CD-4B12-A7E9-A58A3C2AD1DD}" dt="2024-11-23T16:13:12.794" v="4606" actId="113"/>
          <ac:spMkLst>
            <pc:docMk/>
            <pc:sldMk cId="0" sldId="256"/>
            <ac:spMk id="352" creationId="{5C5F430E-5CEA-CBA6-1F6B-CE9E5B9E3BB9}"/>
          </ac:spMkLst>
        </pc:spChg>
        <pc:spChg chg="mod">
          <ac:chgData name="Yash Udayan Paritkar" userId="eb53e57d-c9de-423f-a2cd-d2e8bb3fdaa3" providerId="ADAL" clId="{9D471372-D6CD-4B12-A7E9-A58A3C2AD1DD}" dt="2024-11-23T17:20:08.028" v="5980" actId="1076"/>
          <ac:spMkLst>
            <pc:docMk/>
            <pc:sldMk cId="0" sldId="256"/>
            <ac:spMk id="353" creationId="{6B7EFA98-A1DA-155C-9B33-E89AB0CDF1CB}"/>
          </ac:spMkLst>
        </pc:spChg>
        <pc:spChg chg="mod">
          <ac:chgData name="Yash Udayan Paritkar" userId="eb53e57d-c9de-423f-a2cd-d2e8bb3fdaa3" providerId="ADAL" clId="{9D471372-D6CD-4B12-A7E9-A58A3C2AD1DD}" dt="2024-11-23T13:21:04.287" v="603" actId="1076"/>
          <ac:spMkLst>
            <pc:docMk/>
            <pc:sldMk cId="0" sldId="256"/>
            <ac:spMk id="354" creationId="{75D59CB7-2E85-EBC0-DA22-6E1F1ED547DF}"/>
          </ac:spMkLst>
        </pc:spChg>
        <pc:spChg chg="mod">
          <ac:chgData name="Yash Udayan Paritkar" userId="eb53e57d-c9de-423f-a2cd-d2e8bb3fdaa3" providerId="ADAL" clId="{9D471372-D6CD-4B12-A7E9-A58A3C2AD1DD}" dt="2024-11-23T17:16:13.429" v="5948" actId="113"/>
          <ac:spMkLst>
            <pc:docMk/>
            <pc:sldMk cId="0" sldId="256"/>
            <ac:spMk id="355" creationId="{39915C52-7612-0947-25E4-B79C3F261E13}"/>
          </ac:spMkLst>
        </pc:spChg>
        <pc:spChg chg="mod">
          <ac:chgData name="Yash Udayan Paritkar" userId="eb53e57d-c9de-423f-a2cd-d2e8bb3fdaa3" providerId="ADAL" clId="{9D471372-D6CD-4B12-A7E9-A58A3C2AD1DD}" dt="2024-11-23T17:20:50.172" v="5986" actId="20577"/>
          <ac:spMkLst>
            <pc:docMk/>
            <pc:sldMk cId="0" sldId="256"/>
            <ac:spMk id="356" creationId="{4536B42B-C8AC-B710-AF6F-1D9E9FB0ED36}"/>
          </ac:spMkLst>
        </pc:spChg>
        <pc:spChg chg="mod">
          <ac:chgData name="Yash Udayan Paritkar" userId="eb53e57d-c9de-423f-a2cd-d2e8bb3fdaa3" providerId="ADAL" clId="{9D471372-D6CD-4B12-A7E9-A58A3C2AD1DD}" dt="2024-11-23T19:50:43.416" v="6038" actId="20577"/>
          <ac:spMkLst>
            <pc:docMk/>
            <pc:sldMk cId="0" sldId="256"/>
            <ac:spMk id="357" creationId="{B8A6B299-1866-5B8F-C1D4-CFFBE2D4124B}"/>
          </ac:spMkLst>
        </pc:spChg>
        <pc:spChg chg="del mod">
          <ac:chgData name="Yash Udayan Paritkar" userId="eb53e57d-c9de-423f-a2cd-d2e8bb3fdaa3" providerId="ADAL" clId="{9D471372-D6CD-4B12-A7E9-A58A3C2AD1DD}" dt="2024-11-23T13:41:07.870" v="1550" actId="478"/>
          <ac:spMkLst>
            <pc:docMk/>
            <pc:sldMk cId="0" sldId="256"/>
            <ac:spMk id="358" creationId="{78D14CF4-4127-15A9-BAA0-4A553F1B35AE}"/>
          </ac:spMkLst>
        </pc:spChg>
        <pc:spChg chg="del mod">
          <ac:chgData name="Yash Udayan Paritkar" userId="eb53e57d-c9de-423f-a2cd-d2e8bb3fdaa3" providerId="ADAL" clId="{9D471372-D6CD-4B12-A7E9-A58A3C2AD1DD}" dt="2024-11-23T13:41:11.557" v="1552" actId="478"/>
          <ac:spMkLst>
            <pc:docMk/>
            <pc:sldMk cId="0" sldId="256"/>
            <ac:spMk id="359" creationId="{F3486660-AABC-F0A0-863F-BC77D1C7B009}"/>
          </ac:spMkLst>
        </pc:spChg>
        <pc:spChg chg="del mod">
          <ac:chgData name="Yash Udayan Paritkar" userId="eb53e57d-c9de-423f-a2cd-d2e8bb3fdaa3" providerId="ADAL" clId="{9D471372-D6CD-4B12-A7E9-A58A3C2AD1DD}" dt="2024-11-23T13:41:08.919" v="1551" actId="478"/>
          <ac:spMkLst>
            <pc:docMk/>
            <pc:sldMk cId="0" sldId="256"/>
            <ac:spMk id="360" creationId="{CCF3D654-9ED0-3B44-C6AC-B1B07D47ABBD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61" creationId="{AA6EE7C5-EB6D-E4A7-6842-F77DDC6B7468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62" creationId="{E308A695-1E1B-B365-DE77-85560355EB9D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63" creationId="{813FBF99-936E-574B-2092-34C30298AD3D}"/>
          </ac:spMkLst>
        </pc:spChg>
        <pc:spChg chg="del mod">
          <ac:chgData name="Yash Udayan Paritkar" userId="eb53e57d-c9de-423f-a2cd-d2e8bb3fdaa3" providerId="ADAL" clId="{9D471372-D6CD-4B12-A7E9-A58A3C2AD1DD}" dt="2024-11-23T13:41:11.557" v="1552" actId="478"/>
          <ac:spMkLst>
            <pc:docMk/>
            <pc:sldMk cId="0" sldId="256"/>
            <ac:spMk id="364" creationId="{9BC8743C-A99B-0423-CF6F-759AAC44A1F3}"/>
          </ac:spMkLst>
        </pc:spChg>
        <pc:spChg chg="mod">
          <ac:chgData name="Yash Udayan Paritkar" userId="eb53e57d-c9de-423f-a2cd-d2e8bb3fdaa3" providerId="ADAL" clId="{9D471372-D6CD-4B12-A7E9-A58A3C2AD1DD}" dt="2024-11-23T13:42:06.666" v="1626" actId="1076"/>
          <ac:spMkLst>
            <pc:docMk/>
            <pc:sldMk cId="0" sldId="256"/>
            <ac:spMk id="365" creationId="{C4F1164A-D81A-F171-8398-4CDD46687064}"/>
          </ac:spMkLst>
        </pc:spChg>
        <pc:spChg chg="mod">
          <ac:chgData name="Yash Udayan Paritkar" userId="eb53e57d-c9de-423f-a2cd-d2e8bb3fdaa3" providerId="ADAL" clId="{9D471372-D6CD-4B12-A7E9-A58A3C2AD1DD}" dt="2024-11-23T15:15:28.209" v="3330" actId="14100"/>
          <ac:spMkLst>
            <pc:docMk/>
            <pc:sldMk cId="0" sldId="256"/>
            <ac:spMk id="366" creationId="{DFDD5FC9-CC05-0B66-7BA3-FA5F1695F2D4}"/>
          </ac:spMkLst>
        </pc:spChg>
        <pc:spChg chg="mod">
          <ac:chgData name="Yash Udayan Paritkar" userId="eb53e57d-c9de-423f-a2cd-d2e8bb3fdaa3" providerId="ADAL" clId="{9D471372-D6CD-4B12-A7E9-A58A3C2AD1DD}" dt="2024-11-23T16:13:02.114" v="4602" actId="113"/>
          <ac:spMkLst>
            <pc:docMk/>
            <pc:sldMk cId="0" sldId="256"/>
            <ac:spMk id="367" creationId="{92C4A8E9-7A41-AA19-263E-167D9504BC76}"/>
          </ac:spMkLst>
        </pc:spChg>
        <pc:spChg chg="mod">
          <ac:chgData name="Yash Udayan Paritkar" userId="eb53e57d-c9de-423f-a2cd-d2e8bb3fdaa3" providerId="ADAL" clId="{9D471372-D6CD-4B12-A7E9-A58A3C2AD1DD}" dt="2024-11-23T19:51:53.411" v="6054" actId="313"/>
          <ac:spMkLst>
            <pc:docMk/>
            <pc:sldMk cId="0" sldId="256"/>
            <ac:spMk id="368" creationId="{E899CDB5-2F45-4552-D17A-D83B18C8D560}"/>
          </ac:spMkLst>
        </pc:spChg>
        <pc:spChg chg="mod">
          <ac:chgData name="Yash Udayan Paritkar" userId="eb53e57d-c9de-423f-a2cd-d2e8bb3fdaa3" providerId="ADAL" clId="{9D471372-D6CD-4B12-A7E9-A58A3C2AD1DD}" dt="2024-11-23T16:28:05.696" v="5081" actId="14100"/>
          <ac:spMkLst>
            <pc:docMk/>
            <pc:sldMk cId="0" sldId="256"/>
            <ac:spMk id="369" creationId="{13FD84B0-9E40-C44C-C44A-1A25BCACA00B}"/>
          </ac:spMkLst>
        </pc:spChg>
        <pc:spChg chg="mod">
          <ac:chgData name="Yash Udayan Paritkar" userId="eb53e57d-c9de-423f-a2cd-d2e8bb3fdaa3" providerId="ADAL" clId="{9D471372-D6CD-4B12-A7E9-A58A3C2AD1DD}" dt="2024-11-23T16:28:19.713" v="5082" actId="14100"/>
          <ac:spMkLst>
            <pc:docMk/>
            <pc:sldMk cId="0" sldId="256"/>
            <ac:spMk id="370" creationId="{A9ECCCE3-B07A-E733-D368-AF4727951EF5}"/>
          </ac:spMkLst>
        </pc:spChg>
        <pc:spChg chg="mod">
          <ac:chgData name="Yash Udayan Paritkar" userId="eb53e57d-c9de-423f-a2cd-d2e8bb3fdaa3" providerId="ADAL" clId="{9D471372-D6CD-4B12-A7E9-A58A3C2AD1DD}" dt="2024-11-23T17:16:10.396" v="5947" actId="113"/>
          <ac:spMkLst>
            <pc:docMk/>
            <pc:sldMk cId="0" sldId="256"/>
            <ac:spMk id="371" creationId="{3A9859DE-F248-5B20-C30D-127B9D5BD3B0}"/>
          </ac:spMkLst>
        </pc:spChg>
        <pc:spChg chg="add del mod">
          <ac:chgData name="Yash Udayan Paritkar" userId="eb53e57d-c9de-423f-a2cd-d2e8bb3fdaa3" providerId="ADAL" clId="{9D471372-D6CD-4B12-A7E9-A58A3C2AD1DD}" dt="2024-11-23T17:18:01.588" v="5957" actId="14100"/>
          <ac:spMkLst>
            <pc:docMk/>
            <pc:sldMk cId="0" sldId="256"/>
            <ac:spMk id="372" creationId="{F6D87267-A308-F693-C4E1-4FC2D48B3148}"/>
          </ac:spMkLst>
        </pc:spChg>
        <pc:spChg chg="mod">
          <ac:chgData name="Yash Udayan Paritkar" userId="eb53e57d-c9de-423f-a2cd-d2e8bb3fdaa3" providerId="ADAL" clId="{9D471372-D6CD-4B12-A7E9-A58A3C2AD1DD}" dt="2024-11-23T17:18:13.915" v="5960" actId="14100"/>
          <ac:spMkLst>
            <pc:docMk/>
            <pc:sldMk cId="0" sldId="256"/>
            <ac:spMk id="373" creationId="{82ACF2CE-401A-ED4D-48B6-A565FC81EAE2}"/>
          </ac:spMkLst>
        </pc:spChg>
        <pc:spChg chg="mod">
          <ac:chgData name="Yash Udayan Paritkar" userId="eb53e57d-c9de-423f-a2cd-d2e8bb3fdaa3" providerId="ADAL" clId="{9D471372-D6CD-4B12-A7E9-A58A3C2AD1DD}" dt="2024-11-23T17:18:21.261" v="5961" actId="1076"/>
          <ac:spMkLst>
            <pc:docMk/>
            <pc:sldMk cId="0" sldId="256"/>
            <ac:spMk id="374" creationId="{CEFAE8DB-CD9D-20DB-4790-8A62B3DA39C1}"/>
          </ac:spMkLst>
        </pc:spChg>
        <pc:spChg chg="mod">
          <ac:chgData name="Yash Udayan Paritkar" userId="eb53e57d-c9de-423f-a2cd-d2e8bb3fdaa3" providerId="ADAL" clId="{9D471372-D6CD-4B12-A7E9-A58A3C2AD1DD}" dt="2024-11-23T13:42:06.666" v="1626" actId="1076"/>
          <ac:spMkLst>
            <pc:docMk/>
            <pc:sldMk cId="0" sldId="256"/>
            <ac:spMk id="375" creationId="{FD1B8481-6BD4-AD9E-119B-83A126C01BB9}"/>
          </ac:spMkLst>
        </pc:spChg>
        <pc:spChg chg="mod">
          <ac:chgData name="Yash Udayan Paritkar" userId="eb53e57d-c9de-423f-a2cd-d2e8bb3fdaa3" providerId="ADAL" clId="{9D471372-D6CD-4B12-A7E9-A58A3C2AD1DD}" dt="2024-11-23T13:42:06.666" v="1626" actId="1076"/>
          <ac:spMkLst>
            <pc:docMk/>
            <pc:sldMk cId="0" sldId="256"/>
            <ac:spMk id="376" creationId="{9669DDDD-1B98-D3D3-257C-2FF7997767AD}"/>
          </ac:spMkLst>
        </pc:spChg>
        <pc:spChg chg="mod">
          <ac:chgData name="Yash Udayan Paritkar" userId="eb53e57d-c9de-423f-a2cd-d2e8bb3fdaa3" providerId="ADAL" clId="{9D471372-D6CD-4B12-A7E9-A58A3C2AD1DD}" dt="2024-11-23T16:13:19.724" v="4610" actId="113"/>
          <ac:spMkLst>
            <pc:docMk/>
            <pc:sldMk cId="0" sldId="256"/>
            <ac:spMk id="377" creationId="{8AB9412A-61E4-78AC-2823-02AE8F6AFF1F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78" creationId="{D836FFD1-2ED8-248C-A0C0-35181405CB55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81" creationId="{2B8FB472-2160-974A-2F2B-44BBF3149345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82" creationId="{5E41AC60-4917-60A7-7118-14870771EC80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83" creationId="{1B3A0A36-5215-446D-467F-E139E54F3881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85" creationId="{B11CF75C-0597-C6AF-4E68-53AF6196F5FC}"/>
          </ac:spMkLst>
        </pc:spChg>
        <pc:spChg chg="mod">
          <ac:chgData name="Yash Udayan Paritkar" userId="eb53e57d-c9de-423f-a2cd-d2e8bb3fdaa3" providerId="ADAL" clId="{9D471372-D6CD-4B12-A7E9-A58A3C2AD1DD}" dt="2024-11-23T15:47:49.849" v="4512" actId="27803"/>
          <ac:spMkLst>
            <pc:docMk/>
            <pc:sldMk cId="0" sldId="256"/>
            <ac:spMk id="386" creationId="{95A2C171-89D1-749C-299B-ABA0FFEADFD8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388" creationId="{EAFFB3EF-7726-4A96-1979-3D36F75A4630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390" creationId="{A11A1F6A-A69C-C692-334B-E75312E98EE4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391" creationId="{431BF630-8A05-FD2A-704A-CEA590CC874D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393" creationId="{DAA18657-39C3-F872-856E-863DAB65C90F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394" creationId="{65F61C83-5FFF-ECC0-DFAB-62496F82069A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395" creationId="{48E38FC2-F5B2-CE71-6B91-9D0CCFF24583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396" creationId="{9E6AAFAE-0EDF-7BF5-A6FF-C4C2A23E3143}"/>
          </ac:spMkLst>
        </pc:spChg>
        <pc:spChg chg="mod">
          <ac:chgData name="Yash Udayan Paritkar" userId="eb53e57d-c9de-423f-a2cd-d2e8bb3fdaa3" providerId="ADAL" clId="{9D471372-D6CD-4B12-A7E9-A58A3C2AD1DD}" dt="2024-11-23T13:20:41.490" v="601" actId="14100"/>
          <ac:spMkLst>
            <pc:docMk/>
            <pc:sldMk cId="0" sldId="256"/>
            <ac:spMk id="397" creationId="{D42B04B5-4AF7-B77F-4B4C-0DBB20774CDE}"/>
          </ac:spMkLst>
        </pc:spChg>
        <pc:spChg chg="mod">
          <ac:chgData name="Yash Udayan Paritkar" userId="eb53e57d-c9de-423f-a2cd-d2e8bb3fdaa3" providerId="ADAL" clId="{9D471372-D6CD-4B12-A7E9-A58A3C2AD1DD}" dt="2024-11-23T15:15:46.471" v="3332" actId="14100"/>
          <ac:spMkLst>
            <pc:docMk/>
            <pc:sldMk cId="0" sldId="256"/>
            <ac:spMk id="398" creationId="{D110B8EB-44CA-AB56-E350-C654067511B6}"/>
          </ac:spMkLst>
        </pc:spChg>
        <pc:spChg chg="mod">
          <ac:chgData name="Yash Udayan Paritkar" userId="eb53e57d-c9de-423f-a2cd-d2e8bb3fdaa3" providerId="ADAL" clId="{9D471372-D6CD-4B12-A7E9-A58A3C2AD1DD}" dt="2024-11-23T16:13:09.165" v="4604" actId="113"/>
          <ac:spMkLst>
            <pc:docMk/>
            <pc:sldMk cId="0" sldId="256"/>
            <ac:spMk id="399" creationId="{A0122679-4F0F-E6A3-BBC5-7E5D607D68EC}"/>
          </ac:spMkLst>
        </pc:spChg>
        <pc:spChg chg="mod">
          <ac:chgData name="Yash Udayan Paritkar" userId="eb53e57d-c9de-423f-a2cd-d2e8bb3fdaa3" providerId="ADAL" clId="{9D471372-D6CD-4B12-A7E9-A58A3C2AD1DD}" dt="2024-11-23T19:49:59.309" v="6030" actId="20577"/>
          <ac:spMkLst>
            <pc:docMk/>
            <pc:sldMk cId="0" sldId="256"/>
            <ac:spMk id="400" creationId="{A82D864E-94A0-83AA-506B-88752149F4B0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01" creationId="{E52C03F8-F066-DB8E-DFDC-4FD754ABF528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02" creationId="{1980FFF3-AFF0-0217-2836-9CC9FA6E9AF9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03" creationId="{F84EAA73-7FB0-992D-513B-83D7C223DBDF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04" creationId="{3B7CE17C-C47D-2FE4-1845-11B496A55622}"/>
          </ac:spMkLst>
        </pc:spChg>
        <pc:spChg chg="mod">
          <ac:chgData name="Yash Udayan Paritkar" userId="eb53e57d-c9de-423f-a2cd-d2e8bb3fdaa3" providerId="ADAL" clId="{9D471372-D6CD-4B12-A7E9-A58A3C2AD1DD}" dt="2024-11-23T16:16:05.513" v="4627" actId="14100"/>
          <ac:spMkLst>
            <pc:docMk/>
            <pc:sldMk cId="0" sldId="256"/>
            <ac:spMk id="405" creationId="{7D9A908C-6118-FF92-CA06-DDE699D8298F}"/>
          </ac:spMkLst>
        </pc:spChg>
        <pc:spChg chg="mod">
          <ac:chgData name="Yash Udayan Paritkar" userId="eb53e57d-c9de-423f-a2cd-d2e8bb3fdaa3" providerId="ADAL" clId="{9D471372-D6CD-4B12-A7E9-A58A3C2AD1DD}" dt="2024-11-23T13:42:06.666" v="1626" actId="1076"/>
          <ac:spMkLst>
            <pc:docMk/>
            <pc:sldMk cId="0" sldId="256"/>
            <ac:spMk id="406" creationId="{8DDBF95C-082B-9872-27F6-3607BED09EE0}"/>
          </ac:spMkLst>
        </pc:spChg>
        <pc:spChg chg="mod">
          <ac:chgData name="Yash Udayan Paritkar" userId="eb53e57d-c9de-423f-a2cd-d2e8bb3fdaa3" providerId="ADAL" clId="{9D471372-D6CD-4B12-A7E9-A58A3C2AD1DD}" dt="2024-11-23T16:13:21.398" v="4611" actId="113"/>
          <ac:spMkLst>
            <pc:docMk/>
            <pc:sldMk cId="0" sldId="256"/>
            <ac:spMk id="407" creationId="{F00FB1CA-C87D-A91B-F730-6D4772409CE7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08" creationId="{9F9DB3AA-C750-4454-25D9-ADB476D1F039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09" creationId="{651DADA5-BC7D-7F29-567B-15CC3F0FC3C7}"/>
          </ac:spMkLst>
        </pc:spChg>
        <pc:spChg chg="mod">
          <ac:chgData name="Yash Udayan Paritkar" userId="eb53e57d-c9de-423f-a2cd-d2e8bb3fdaa3" providerId="ADAL" clId="{9D471372-D6CD-4B12-A7E9-A58A3C2AD1DD}" dt="2024-11-23T16:16:54.258" v="4636" actId="14100"/>
          <ac:spMkLst>
            <pc:docMk/>
            <pc:sldMk cId="0" sldId="256"/>
            <ac:spMk id="410" creationId="{7569289A-B6B6-02B7-FD9A-1D1C435A9C2D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11" creationId="{AF10A147-2CD6-B0AE-4F30-C2D8C447CCAD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12" creationId="{EC3386FD-1FDE-5A64-D8F3-73C0A6BFFFB4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13" creationId="{293ACFC4-02DF-E3C8-DEDF-280DECA97F4F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14" creationId="{E1822A30-1978-FC4E-682C-3896815DF63C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15" creationId="{70230110-D991-A22B-2738-BF9E1C5BA45F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16" creationId="{9A03B50E-A458-2E23-7F50-888BB3762712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18" creationId="{6C0AC34C-E30D-3434-86DC-EC1875F87E1F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19" creationId="{B609E90F-3D07-ADA7-DC4B-6E37BEDBA98B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20" creationId="{C66AEE4E-D894-5429-EA04-91FC849ED198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21" creationId="{8893BA54-ED29-ECC5-5A04-5B0EBE2A4FFE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22" creationId="{1241A76A-ECF6-535A-2392-6488A1E9A8CC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23" creationId="{3A6E6839-5233-88A4-B66C-07AC294039BD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24" creationId="{26FB694D-0780-5AA1-53E1-79B617CC84B4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25" creationId="{E5362F38-FB2D-6A73-48CE-5A531B864293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26" creationId="{366930A0-01B7-9238-E925-32FAE40D5025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27" creationId="{9AD08CEF-08CC-855F-A403-02FCE112459D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28" creationId="{DABF6D09-C870-D9A1-7FC8-159F7C1F6223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29" creationId="{7AB904C2-A064-BD50-3B42-A0D4A8BCFFFD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30" creationId="{8127C8C2-D220-BE64-FD44-70B1D8B9F323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31" creationId="{9A70A5BF-7CE4-C52B-00ED-2E1C73ABF936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32" creationId="{73A5A4CE-FCA3-1FA5-8988-4FD82538B50A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33" creationId="{794C0AE2-73ED-2BBE-DD8C-379B0827F646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34" creationId="{229B3E60-A99C-AB35-E984-61962227631A}"/>
          </ac:spMkLst>
        </pc:spChg>
        <pc:spChg chg="mod">
          <ac:chgData name="Yash Udayan Paritkar" userId="eb53e57d-c9de-423f-a2cd-d2e8bb3fdaa3" providerId="ADAL" clId="{9D471372-D6CD-4B12-A7E9-A58A3C2AD1DD}" dt="2024-11-23T15:48:10.014" v="4516" actId="1076"/>
          <ac:spMkLst>
            <pc:docMk/>
            <pc:sldMk cId="0" sldId="256"/>
            <ac:spMk id="435" creationId="{7DC06F5C-A642-07BA-7BF9-F2C074A8AE31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36" creationId="{6B053412-786B-4C7C-DCFF-D5DDF384C7D4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37" creationId="{BB18E8FA-E4EC-B641-1650-9368CC70ABAB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38" creationId="{04A6E4FA-A50F-4270-C887-6AF918B8E61A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39" creationId="{CFE2FEA9-1C04-9822-E11E-295B35761507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41" creationId="{FBF95BC8-8A9E-A29F-5599-22082B0A3981}"/>
          </ac:spMkLst>
        </pc:spChg>
        <pc:spChg chg="mod">
          <ac:chgData name="Yash Udayan Paritkar" userId="eb53e57d-c9de-423f-a2cd-d2e8bb3fdaa3" providerId="ADAL" clId="{9D471372-D6CD-4B12-A7E9-A58A3C2AD1DD}" dt="2024-11-23T15:47:57.817" v="4514" actId="27803"/>
          <ac:spMkLst>
            <pc:docMk/>
            <pc:sldMk cId="0" sldId="256"/>
            <ac:spMk id="442" creationId="{0BAD6954-6B7F-8109-CF4B-ECC703E0A85A}"/>
          </ac:spMkLst>
        </pc:spChg>
        <pc:grpChg chg="mod">
          <ac:chgData name="Yash Udayan Paritkar" userId="eb53e57d-c9de-423f-a2cd-d2e8bb3fdaa3" providerId="ADAL" clId="{9D471372-D6CD-4B12-A7E9-A58A3C2AD1DD}" dt="2024-11-23T15:47:39.916" v="4510" actId="27803"/>
          <ac:grpSpMkLst>
            <pc:docMk/>
            <pc:sldMk cId="0" sldId="256"/>
            <ac:grpSpMk id="62" creationId="{7EF4593E-DD1A-1D07-160C-62D9D501B0C0}"/>
          </ac:grpSpMkLst>
        </pc:grpChg>
        <pc:grpChg chg="mod">
          <ac:chgData name="Yash Udayan Paritkar" userId="eb53e57d-c9de-423f-a2cd-d2e8bb3fdaa3" providerId="ADAL" clId="{9D471372-D6CD-4B12-A7E9-A58A3C2AD1DD}" dt="2024-11-23T15:47:39.916" v="4510" actId="27803"/>
          <ac:grpSpMkLst>
            <pc:docMk/>
            <pc:sldMk cId="0" sldId="256"/>
            <ac:grpSpMk id="256" creationId="{D2D5A52B-8A7E-37EC-6522-942DE58370C6}"/>
          </ac:grpSpMkLst>
        </pc:grpChg>
        <pc:grpChg chg="mod">
          <ac:chgData name="Yash Udayan Paritkar" userId="eb53e57d-c9de-423f-a2cd-d2e8bb3fdaa3" providerId="ADAL" clId="{9D471372-D6CD-4B12-A7E9-A58A3C2AD1DD}" dt="2024-11-23T15:47:39.916" v="4510" actId="27803"/>
          <ac:grpSpMkLst>
            <pc:docMk/>
            <pc:sldMk cId="0" sldId="256"/>
            <ac:grpSpMk id="259" creationId="{DC3FFAD9-4E94-10EA-A453-28C6364B55A0}"/>
          </ac:grpSpMkLst>
        </pc:grpChg>
        <pc:grpChg chg="mod">
          <ac:chgData name="Yash Udayan Paritkar" userId="eb53e57d-c9de-423f-a2cd-d2e8bb3fdaa3" providerId="ADAL" clId="{9D471372-D6CD-4B12-A7E9-A58A3C2AD1DD}" dt="2024-11-23T15:47:39.916" v="4510" actId="27803"/>
          <ac:grpSpMkLst>
            <pc:docMk/>
            <pc:sldMk cId="0" sldId="256"/>
            <ac:grpSpMk id="276" creationId="{FB57DF44-8B57-E2C0-A526-92CFD72D9765}"/>
          </ac:grpSpMkLst>
        </pc:grpChg>
        <pc:grpChg chg="mod">
          <ac:chgData name="Yash Udayan Paritkar" userId="eb53e57d-c9de-423f-a2cd-d2e8bb3fdaa3" providerId="ADAL" clId="{9D471372-D6CD-4B12-A7E9-A58A3C2AD1DD}" dt="2024-11-23T15:47:39.916" v="4510" actId="27803"/>
          <ac:grpSpMkLst>
            <pc:docMk/>
            <pc:sldMk cId="0" sldId="256"/>
            <ac:grpSpMk id="299" creationId="{DC114030-D2CF-32F0-8782-DDAB60E601DD}"/>
          </ac:grpSpMkLst>
        </pc:grpChg>
        <pc:grpChg chg="mod">
          <ac:chgData name="Yash Udayan Paritkar" userId="eb53e57d-c9de-423f-a2cd-d2e8bb3fdaa3" providerId="ADAL" clId="{9D471372-D6CD-4B12-A7E9-A58A3C2AD1DD}" dt="2024-11-23T15:47:49.849" v="4512" actId="27803"/>
          <ac:grpSpMkLst>
            <pc:docMk/>
            <pc:sldMk cId="0" sldId="256"/>
            <ac:grpSpMk id="302" creationId="{B5648917-49A9-081A-7E00-537369C950D0}"/>
          </ac:grpSpMkLst>
        </pc:grpChg>
        <pc:grpChg chg="mod">
          <ac:chgData name="Yash Udayan Paritkar" userId="eb53e57d-c9de-423f-a2cd-d2e8bb3fdaa3" providerId="ADAL" clId="{9D471372-D6CD-4B12-A7E9-A58A3C2AD1DD}" dt="2024-11-23T15:47:49.849" v="4512" actId="27803"/>
          <ac:grpSpMkLst>
            <pc:docMk/>
            <pc:sldMk cId="0" sldId="256"/>
            <ac:grpSpMk id="305" creationId="{4860CF8D-3311-110D-5DCC-3183B22288CB}"/>
          </ac:grpSpMkLst>
        </pc:grpChg>
        <pc:grpChg chg="mod">
          <ac:chgData name="Yash Udayan Paritkar" userId="eb53e57d-c9de-423f-a2cd-d2e8bb3fdaa3" providerId="ADAL" clId="{9D471372-D6CD-4B12-A7E9-A58A3C2AD1DD}" dt="2024-11-23T15:47:49.849" v="4512" actId="27803"/>
          <ac:grpSpMkLst>
            <pc:docMk/>
            <pc:sldMk cId="0" sldId="256"/>
            <ac:grpSpMk id="308" creationId="{F802B82C-8A20-5FC0-C9C3-2019E365F8CB}"/>
          </ac:grpSpMkLst>
        </pc:grpChg>
        <pc:grpChg chg="mod">
          <ac:chgData name="Yash Udayan Paritkar" userId="eb53e57d-c9de-423f-a2cd-d2e8bb3fdaa3" providerId="ADAL" clId="{9D471372-D6CD-4B12-A7E9-A58A3C2AD1DD}" dt="2024-11-23T15:47:49.849" v="4512" actId="27803"/>
          <ac:grpSpMkLst>
            <pc:docMk/>
            <pc:sldMk cId="0" sldId="256"/>
            <ac:grpSpMk id="328" creationId="{8549502D-FE3A-67B2-42CA-7492867036FF}"/>
          </ac:grpSpMkLst>
        </pc:grpChg>
        <pc:grpChg chg="mod">
          <ac:chgData name="Yash Udayan Paritkar" userId="eb53e57d-c9de-423f-a2cd-d2e8bb3fdaa3" providerId="ADAL" clId="{9D471372-D6CD-4B12-A7E9-A58A3C2AD1DD}" dt="2024-11-23T15:47:49.849" v="4512" actId="27803"/>
          <ac:grpSpMkLst>
            <pc:docMk/>
            <pc:sldMk cId="0" sldId="256"/>
            <ac:grpSpMk id="384" creationId="{98FABB16-0B3E-7CC4-7712-5FC1B5CB302B}"/>
          </ac:grpSpMkLst>
        </pc:grpChg>
        <pc:grpChg chg="mod">
          <ac:chgData name="Yash Udayan Paritkar" userId="eb53e57d-c9de-423f-a2cd-d2e8bb3fdaa3" providerId="ADAL" clId="{9D471372-D6CD-4B12-A7E9-A58A3C2AD1DD}" dt="2024-11-23T15:47:57.817" v="4514" actId="27803"/>
          <ac:grpSpMkLst>
            <pc:docMk/>
            <pc:sldMk cId="0" sldId="256"/>
            <ac:grpSpMk id="387" creationId="{B3291B94-30B6-6BF4-B0F5-9B1CA2848395}"/>
          </ac:grpSpMkLst>
        </pc:grpChg>
        <pc:grpChg chg="mod">
          <ac:chgData name="Yash Udayan Paritkar" userId="eb53e57d-c9de-423f-a2cd-d2e8bb3fdaa3" providerId="ADAL" clId="{9D471372-D6CD-4B12-A7E9-A58A3C2AD1DD}" dt="2024-11-23T15:47:57.817" v="4514" actId="27803"/>
          <ac:grpSpMkLst>
            <pc:docMk/>
            <pc:sldMk cId="0" sldId="256"/>
            <ac:grpSpMk id="389" creationId="{37EC2331-3CA8-1515-E8F0-D07E6D9670C9}"/>
          </ac:grpSpMkLst>
        </pc:grpChg>
        <pc:grpChg chg="mod">
          <ac:chgData name="Yash Udayan Paritkar" userId="eb53e57d-c9de-423f-a2cd-d2e8bb3fdaa3" providerId="ADAL" clId="{9D471372-D6CD-4B12-A7E9-A58A3C2AD1DD}" dt="2024-11-23T15:47:57.817" v="4514" actId="27803"/>
          <ac:grpSpMkLst>
            <pc:docMk/>
            <pc:sldMk cId="0" sldId="256"/>
            <ac:grpSpMk id="392" creationId="{7566CDAD-4757-3AD6-C1FC-DD938C2E56E9}"/>
          </ac:grpSpMkLst>
        </pc:grpChg>
        <pc:grpChg chg="mod">
          <ac:chgData name="Yash Udayan Paritkar" userId="eb53e57d-c9de-423f-a2cd-d2e8bb3fdaa3" providerId="ADAL" clId="{9D471372-D6CD-4B12-A7E9-A58A3C2AD1DD}" dt="2024-11-23T15:47:57.817" v="4514" actId="27803"/>
          <ac:grpSpMkLst>
            <pc:docMk/>
            <pc:sldMk cId="0" sldId="256"/>
            <ac:grpSpMk id="417" creationId="{9F8CBD56-7B9E-D157-161C-078236BFC524}"/>
          </ac:grpSpMkLst>
        </pc:grpChg>
        <pc:grpChg chg="mod">
          <ac:chgData name="Yash Udayan Paritkar" userId="eb53e57d-c9de-423f-a2cd-d2e8bb3fdaa3" providerId="ADAL" clId="{9D471372-D6CD-4B12-A7E9-A58A3C2AD1DD}" dt="2024-11-23T15:47:57.817" v="4514" actId="27803"/>
          <ac:grpSpMkLst>
            <pc:docMk/>
            <pc:sldMk cId="0" sldId="256"/>
            <ac:grpSpMk id="440" creationId="{E7ADA630-A246-BC69-93C5-8A8772256FD7}"/>
          </ac:grpSpMkLst>
        </pc:grpChg>
        <pc:grpChg chg="add mod">
          <ac:chgData name="Yash Udayan Paritkar" userId="eb53e57d-c9de-423f-a2cd-d2e8bb3fdaa3" providerId="ADAL" clId="{9D471372-D6CD-4B12-A7E9-A58A3C2AD1DD}" dt="2024-11-23T16:40:10.006" v="5662" actId="164"/>
          <ac:grpSpMkLst>
            <pc:docMk/>
            <pc:sldMk cId="0" sldId="256"/>
            <ac:grpSpMk id="469" creationId="{E838FA1A-017C-9B27-76EF-EE89102087EA}"/>
          </ac:grpSpMkLst>
        </pc:grpChg>
        <pc:graphicFrameChg chg="add mod modGraphic">
          <ac:chgData name="Yash Udayan Paritkar" userId="eb53e57d-c9de-423f-a2cd-d2e8bb3fdaa3" providerId="ADAL" clId="{9D471372-D6CD-4B12-A7E9-A58A3C2AD1DD}" dt="2024-11-23T16:43:18.121" v="5753" actId="1036"/>
          <ac:graphicFrameMkLst>
            <pc:docMk/>
            <pc:sldMk cId="0" sldId="256"/>
            <ac:graphicFrameMk id="11" creationId="{09D65519-C04B-93AB-76F6-C0D89D74A05B}"/>
          </ac:graphicFrameMkLst>
        </pc:graphicFrameChg>
        <pc:graphicFrameChg chg="mod modGraphic">
          <ac:chgData name="Yash Udayan Paritkar" userId="eb53e57d-c9de-423f-a2cd-d2e8bb3fdaa3" providerId="ADAL" clId="{9D471372-D6CD-4B12-A7E9-A58A3C2AD1DD}" dt="2024-11-23T15:03:52.236" v="3060" actId="14734"/>
          <ac:graphicFrameMkLst>
            <pc:docMk/>
            <pc:sldMk cId="0" sldId="256"/>
            <ac:graphicFrameMk id="380" creationId="{86391952-B75B-EF67-0199-D63277F1A45E}"/>
          </ac:graphicFrameMkLst>
        </pc:graphicFrameChg>
        <pc:picChg chg="add mod">
          <ac:chgData name="Yash Udayan Paritkar" userId="eb53e57d-c9de-423f-a2cd-d2e8bb3fdaa3" providerId="ADAL" clId="{9D471372-D6CD-4B12-A7E9-A58A3C2AD1DD}" dt="2024-11-23T13:06:08.862" v="39"/>
          <ac:picMkLst>
            <pc:docMk/>
            <pc:sldMk cId="0" sldId="256"/>
            <ac:picMk id="5" creationId="{756F00DA-7E5F-D7AA-5F0B-75536F0C0AD1}"/>
          </ac:picMkLst>
        </pc:picChg>
        <pc:picChg chg="add del mod">
          <ac:chgData name="Yash Udayan Paritkar" userId="eb53e57d-c9de-423f-a2cd-d2e8bb3fdaa3" providerId="ADAL" clId="{9D471372-D6CD-4B12-A7E9-A58A3C2AD1DD}" dt="2024-11-23T13:06:46.017" v="46" actId="478"/>
          <ac:picMkLst>
            <pc:docMk/>
            <pc:sldMk cId="0" sldId="256"/>
            <ac:picMk id="10" creationId="{75D74398-A09C-BDBB-18A3-F7E0C7D3D119}"/>
          </ac:picMkLst>
        </pc:picChg>
        <pc:picChg chg="add mod">
          <ac:chgData name="Yash Udayan Paritkar" userId="eb53e57d-c9de-423f-a2cd-d2e8bb3fdaa3" providerId="ADAL" clId="{9D471372-D6CD-4B12-A7E9-A58A3C2AD1DD}" dt="2024-11-23T17:20:55.713" v="5988" actId="1076"/>
          <ac:picMkLst>
            <pc:docMk/>
            <pc:sldMk cId="0" sldId="256"/>
            <ac:picMk id="23" creationId="{D3B0E132-AA52-DE59-7A19-8204450434FA}"/>
          </ac:picMkLst>
        </pc:picChg>
        <pc:picChg chg="add mod">
          <ac:chgData name="Yash Udayan Paritkar" userId="eb53e57d-c9de-423f-a2cd-d2e8bb3fdaa3" providerId="ADAL" clId="{9D471372-D6CD-4B12-A7E9-A58A3C2AD1DD}" dt="2024-11-23T14:38:26.620" v="2448"/>
          <ac:picMkLst>
            <pc:docMk/>
            <pc:sldMk cId="0" sldId="256"/>
            <ac:picMk id="26" creationId="{4EF2A54D-6E95-830C-FCD1-6E0F06D6651D}"/>
          </ac:picMkLst>
        </pc:picChg>
        <pc:picChg chg="add mod">
          <ac:chgData name="Yash Udayan Paritkar" userId="eb53e57d-c9de-423f-a2cd-d2e8bb3fdaa3" providerId="ADAL" clId="{9D471372-D6CD-4B12-A7E9-A58A3C2AD1DD}" dt="2024-11-23T14:38:44.721" v="2453"/>
          <ac:picMkLst>
            <pc:docMk/>
            <pc:sldMk cId="0" sldId="256"/>
            <ac:picMk id="28" creationId="{A762F6FB-BF8D-B67B-0B41-8B45A7561674}"/>
          </ac:picMkLst>
        </pc:picChg>
        <pc:picChg chg="add mod">
          <ac:chgData name="Yash Udayan Paritkar" userId="eb53e57d-c9de-423f-a2cd-d2e8bb3fdaa3" providerId="ADAL" clId="{9D471372-D6CD-4B12-A7E9-A58A3C2AD1DD}" dt="2024-11-23T14:40:44.757" v="2471" actId="1076"/>
          <ac:picMkLst>
            <pc:docMk/>
            <pc:sldMk cId="0" sldId="256"/>
            <ac:picMk id="30" creationId="{BDC445FB-EF6A-A264-9636-E3075F9D79F9}"/>
          </ac:picMkLst>
        </pc:picChg>
        <pc:picChg chg="add del mod">
          <ac:chgData name="Yash Udayan Paritkar" userId="eb53e57d-c9de-423f-a2cd-d2e8bb3fdaa3" providerId="ADAL" clId="{9D471372-D6CD-4B12-A7E9-A58A3C2AD1DD}" dt="2024-11-23T14:44:46.692" v="2538" actId="478"/>
          <ac:picMkLst>
            <pc:docMk/>
            <pc:sldMk cId="0" sldId="256"/>
            <ac:picMk id="32" creationId="{D541EA92-9C53-C837-BACF-7A732261EE14}"/>
          </ac:picMkLst>
        </pc:picChg>
        <pc:picChg chg="add del mod">
          <ac:chgData name="Yash Udayan Paritkar" userId="eb53e57d-c9de-423f-a2cd-d2e8bb3fdaa3" providerId="ADAL" clId="{9D471372-D6CD-4B12-A7E9-A58A3C2AD1DD}" dt="2024-11-23T14:47:49.561" v="2541" actId="478"/>
          <ac:picMkLst>
            <pc:docMk/>
            <pc:sldMk cId="0" sldId="256"/>
            <ac:picMk id="34" creationId="{78F2A260-6579-4958-30F5-C7E06A9626C6}"/>
          </ac:picMkLst>
        </pc:picChg>
        <pc:picChg chg="add mod">
          <ac:chgData name="Yash Udayan Paritkar" userId="eb53e57d-c9de-423f-a2cd-d2e8bb3fdaa3" providerId="ADAL" clId="{9D471372-D6CD-4B12-A7E9-A58A3C2AD1DD}" dt="2024-11-23T14:48:05.498" v="2544" actId="1076"/>
          <ac:picMkLst>
            <pc:docMk/>
            <pc:sldMk cId="0" sldId="256"/>
            <ac:picMk id="36" creationId="{73F0B438-8B0E-4AD0-58DC-4A20B655B782}"/>
          </ac:picMkLst>
        </pc:picChg>
        <pc:picChg chg="add mod">
          <ac:chgData name="Yash Udayan Paritkar" userId="eb53e57d-c9de-423f-a2cd-d2e8bb3fdaa3" providerId="ADAL" clId="{9D471372-D6CD-4B12-A7E9-A58A3C2AD1DD}" dt="2024-11-23T14:48:55.414" v="2545" actId="931"/>
          <ac:picMkLst>
            <pc:docMk/>
            <pc:sldMk cId="0" sldId="256"/>
            <ac:picMk id="38" creationId="{3BEB9A62-BC43-3834-D9B2-5129AE7C21D2}"/>
          </ac:picMkLst>
        </pc:picChg>
        <pc:picChg chg="add mod">
          <ac:chgData name="Yash Udayan Paritkar" userId="eb53e57d-c9de-423f-a2cd-d2e8bb3fdaa3" providerId="ADAL" clId="{9D471372-D6CD-4B12-A7E9-A58A3C2AD1DD}" dt="2024-11-23T17:18:07.073" v="5958" actId="14100"/>
          <ac:picMkLst>
            <pc:docMk/>
            <pc:sldMk cId="0" sldId="256"/>
            <ac:picMk id="40" creationId="{B9534DB8-FAE8-7DD5-8CE3-25A11DE1629C}"/>
          </ac:picMkLst>
        </pc:picChg>
        <pc:picChg chg="add del mod ord">
          <ac:chgData name="Yash Udayan Paritkar" userId="eb53e57d-c9de-423f-a2cd-d2e8bb3fdaa3" providerId="ADAL" clId="{9D471372-D6CD-4B12-A7E9-A58A3C2AD1DD}" dt="2024-11-23T16:42:33.868" v="5747" actId="21"/>
          <ac:picMkLst>
            <pc:docMk/>
            <pc:sldMk cId="0" sldId="256"/>
            <ac:picMk id="46" creationId="{0499D224-F877-7AEF-4049-8BD93B75BCF7}"/>
          </ac:picMkLst>
        </pc:picChg>
        <pc:picChg chg="add del mod">
          <ac:chgData name="Yash Udayan Paritkar" userId="eb53e57d-c9de-423f-a2cd-d2e8bb3fdaa3" providerId="ADAL" clId="{9D471372-D6CD-4B12-A7E9-A58A3C2AD1DD}" dt="2024-11-23T15:43:06.042" v="4503" actId="478"/>
          <ac:picMkLst>
            <pc:docMk/>
            <pc:sldMk cId="0" sldId="256"/>
            <ac:picMk id="59" creationId="{C1110E9D-6BF6-ED5E-984F-3DD5C54BDC31}"/>
          </ac:picMkLst>
        </pc:picChg>
        <pc:picChg chg="add del mod">
          <ac:chgData name="Yash Udayan Paritkar" userId="eb53e57d-c9de-423f-a2cd-d2e8bb3fdaa3" providerId="ADAL" clId="{9D471372-D6CD-4B12-A7E9-A58A3C2AD1DD}" dt="2024-11-23T15:48:13.482" v="4520" actId="14100"/>
          <ac:picMkLst>
            <pc:docMk/>
            <pc:sldMk cId="0" sldId="256"/>
            <ac:picMk id="61" creationId="{8ED55206-4FB1-EC9C-CFFC-D1DE685B8582}"/>
          </ac:picMkLst>
        </pc:picChg>
        <pc:picChg chg="mod">
          <ac:chgData name="Yash Udayan Paritkar" userId="eb53e57d-c9de-423f-a2cd-d2e8bb3fdaa3" providerId="ADAL" clId="{9D471372-D6CD-4B12-A7E9-A58A3C2AD1DD}" dt="2024-11-23T16:40:28.592" v="5686" actId="1037"/>
          <ac:picMkLst>
            <pc:docMk/>
            <pc:sldMk cId="0" sldId="256"/>
            <ac:picMk id="379" creationId="{7050329A-4755-7945-B5CA-6C1A45D5EB25}"/>
          </ac:picMkLst>
        </pc:picChg>
        <pc:picChg chg="add del mod">
          <ac:chgData name="Yash Udayan Paritkar" userId="eb53e57d-c9de-423f-a2cd-d2e8bb3fdaa3" providerId="ADAL" clId="{9D471372-D6CD-4B12-A7E9-A58A3C2AD1DD}" dt="2024-11-23T15:50:00.403" v="4531" actId="14100"/>
          <ac:picMkLst>
            <pc:docMk/>
            <pc:sldMk cId="0" sldId="256"/>
            <ac:picMk id="444" creationId="{9D21B955-6BDC-855F-5874-3A34AB42939D}"/>
          </ac:picMkLst>
        </pc:picChg>
        <pc:picChg chg="add del mod">
          <ac:chgData name="Yash Udayan Paritkar" userId="eb53e57d-c9de-423f-a2cd-d2e8bb3fdaa3" providerId="ADAL" clId="{9D471372-D6CD-4B12-A7E9-A58A3C2AD1DD}" dt="2024-11-23T16:08:49.359" v="4551" actId="478"/>
          <ac:picMkLst>
            <pc:docMk/>
            <pc:sldMk cId="0" sldId="256"/>
            <ac:picMk id="446" creationId="{4C318937-DAA5-F32C-A020-4E8B74ABBEBB}"/>
          </ac:picMkLst>
        </pc:picChg>
        <pc:picChg chg="add del mod">
          <ac:chgData name="Yash Udayan Paritkar" userId="eb53e57d-c9de-423f-a2cd-d2e8bb3fdaa3" providerId="ADAL" clId="{9D471372-D6CD-4B12-A7E9-A58A3C2AD1DD}" dt="2024-11-23T16:08:46.949" v="4550" actId="478"/>
          <ac:picMkLst>
            <pc:docMk/>
            <pc:sldMk cId="0" sldId="256"/>
            <ac:picMk id="448" creationId="{3CD5A53F-5A4B-694B-0B70-0C9E8F325252}"/>
          </ac:picMkLst>
        </pc:picChg>
        <pc:picChg chg="add del mod">
          <ac:chgData name="Yash Udayan Paritkar" userId="eb53e57d-c9de-423f-a2cd-d2e8bb3fdaa3" providerId="ADAL" clId="{9D471372-D6CD-4B12-A7E9-A58A3C2AD1DD}" dt="2024-11-23T16:08:46.295" v="4549" actId="478"/>
          <ac:picMkLst>
            <pc:docMk/>
            <pc:sldMk cId="0" sldId="256"/>
            <ac:picMk id="450" creationId="{1CC392D5-4C6E-D93C-1307-ECA3FF025933}"/>
          </ac:picMkLst>
        </pc:picChg>
        <pc:picChg chg="add del mod">
          <ac:chgData name="Yash Udayan Paritkar" userId="eb53e57d-c9de-423f-a2cd-d2e8bb3fdaa3" providerId="ADAL" clId="{9D471372-D6CD-4B12-A7E9-A58A3C2AD1DD}" dt="2024-11-23T16:17:24.397" v="4641" actId="478"/>
          <ac:picMkLst>
            <pc:docMk/>
            <pc:sldMk cId="0" sldId="256"/>
            <ac:picMk id="452" creationId="{001F5ACF-F9BD-50EC-FDB9-3A7162466C21}"/>
          </ac:picMkLst>
        </pc:picChg>
        <pc:picChg chg="add mod">
          <ac:chgData name="Yash Udayan Paritkar" userId="eb53e57d-c9de-423f-a2cd-d2e8bb3fdaa3" providerId="ADAL" clId="{9D471372-D6CD-4B12-A7E9-A58A3C2AD1DD}" dt="2024-11-23T16:10:51.816" v="4558" actId="14100"/>
          <ac:picMkLst>
            <pc:docMk/>
            <pc:sldMk cId="0" sldId="256"/>
            <ac:picMk id="454" creationId="{D347F8BD-2CAF-B4BF-F47F-0217C871AFB6}"/>
          </ac:picMkLst>
        </pc:picChg>
        <pc:picChg chg="add del mod">
          <ac:chgData name="Yash Udayan Paritkar" userId="eb53e57d-c9de-423f-a2cd-d2e8bb3fdaa3" providerId="ADAL" clId="{9D471372-D6CD-4B12-A7E9-A58A3C2AD1DD}" dt="2024-11-23T16:16:19.262" v="4630" actId="478"/>
          <ac:picMkLst>
            <pc:docMk/>
            <pc:sldMk cId="0" sldId="256"/>
            <ac:picMk id="456" creationId="{6D5685E7-8475-3308-D4BF-9D1E3411F577}"/>
          </ac:picMkLst>
        </pc:picChg>
        <pc:picChg chg="add mod modCrop">
          <ac:chgData name="Yash Udayan Paritkar" userId="eb53e57d-c9de-423f-a2cd-d2e8bb3fdaa3" providerId="ADAL" clId="{9D471372-D6CD-4B12-A7E9-A58A3C2AD1DD}" dt="2024-11-23T16:17:08.521" v="4638" actId="14100"/>
          <ac:picMkLst>
            <pc:docMk/>
            <pc:sldMk cId="0" sldId="256"/>
            <ac:picMk id="458" creationId="{B7CDACD9-DE1D-A029-7EDD-35D2EF9160EE}"/>
          </ac:picMkLst>
        </pc:picChg>
        <pc:picChg chg="add mod">
          <ac:chgData name="Yash Udayan Paritkar" userId="eb53e57d-c9de-423f-a2cd-d2e8bb3fdaa3" providerId="ADAL" clId="{9D471372-D6CD-4B12-A7E9-A58A3C2AD1DD}" dt="2024-11-23T16:20:11.204" v="4661" actId="14100"/>
          <ac:picMkLst>
            <pc:docMk/>
            <pc:sldMk cId="0" sldId="256"/>
            <ac:picMk id="460" creationId="{783C9F5B-47C3-9CE1-3B9C-4C714929FD51}"/>
          </ac:picMkLst>
        </pc:picChg>
        <pc:picChg chg="add del mod">
          <ac:chgData name="Yash Udayan Paritkar" userId="eb53e57d-c9de-423f-a2cd-d2e8bb3fdaa3" providerId="ADAL" clId="{9D471372-D6CD-4B12-A7E9-A58A3C2AD1DD}" dt="2024-11-23T17:19:28.673" v="5969" actId="1076"/>
          <ac:picMkLst>
            <pc:docMk/>
            <pc:sldMk cId="0" sldId="256"/>
            <ac:picMk id="462" creationId="{77C59A78-3A25-FF11-761D-2E74CD68EA3B}"/>
          </ac:picMkLst>
        </pc:picChg>
        <pc:picChg chg="add mod">
          <ac:chgData name="Yash Udayan Paritkar" userId="eb53e57d-c9de-423f-a2cd-d2e8bb3fdaa3" providerId="ADAL" clId="{9D471372-D6CD-4B12-A7E9-A58A3C2AD1DD}" dt="2024-11-23T16:23:47.288" v="4696" actId="14100"/>
          <ac:picMkLst>
            <pc:docMk/>
            <pc:sldMk cId="0" sldId="256"/>
            <ac:picMk id="464" creationId="{FCB07AA3-A9B4-E788-C27A-4AB12A1D3421}"/>
          </ac:picMkLst>
        </pc:picChg>
        <pc:picChg chg="add mod">
          <ac:chgData name="Yash Udayan Paritkar" userId="eb53e57d-c9de-423f-a2cd-d2e8bb3fdaa3" providerId="ADAL" clId="{9D471372-D6CD-4B12-A7E9-A58A3C2AD1DD}" dt="2024-11-23T16:23:38.430" v="4694" actId="1076"/>
          <ac:picMkLst>
            <pc:docMk/>
            <pc:sldMk cId="0" sldId="256"/>
            <ac:picMk id="466" creationId="{2BD20A36-0FC0-E753-861D-026E57F8607C}"/>
          </ac:picMkLst>
        </pc:picChg>
        <pc:picChg chg="add mod">
          <ac:chgData name="Yash Udayan Paritkar" userId="eb53e57d-c9de-423f-a2cd-d2e8bb3fdaa3" providerId="ADAL" clId="{9D471372-D6CD-4B12-A7E9-A58A3C2AD1DD}" dt="2024-11-23T16:23:28.711" v="4692" actId="14100"/>
          <ac:picMkLst>
            <pc:docMk/>
            <pc:sldMk cId="0" sldId="256"/>
            <ac:picMk id="468" creationId="{94566E1D-7232-09F0-E06A-414E843649EA}"/>
          </ac:picMkLst>
        </pc:picChg>
        <pc:cxnChg chg="add mod">
          <ac:chgData name="Yash Udayan Paritkar" userId="eb53e57d-c9de-423f-a2cd-d2e8bb3fdaa3" providerId="ADAL" clId="{9D471372-D6CD-4B12-A7E9-A58A3C2AD1DD}" dt="2024-11-23T16:42:42.820" v="5748" actId="1582"/>
          <ac:cxnSpMkLst>
            <pc:docMk/>
            <pc:sldMk cId="0" sldId="256"/>
            <ac:cxnSpMk id="471" creationId="{0C21976B-5BAB-589F-64EC-EB75C6C794B5}"/>
          </ac:cxnSpMkLst>
        </pc:cxnChg>
        <pc:cxnChg chg="add mod">
          <ac:chgData name="Yash Udayan Paritkar" userId="eb53e57d-c9de-423f-a2cd-d2e8bb3fdaa3" providerId="ADAL" clId="{9D471372-D6CD-4B12-A7E9-A58A3C2AD1DD}" dt="2024-11-23T16:42:51.262" v="5749" actId="1582"/>
          <ac:cxnSpMkLst>
            <pc:docMk/>
            <pc:sldMk cId="0" sldId="256"/>
            <ac:cxnSpMk id="475" creationId="{6BA87266-651E-8AA3-1D89-2A0122E66C9D}"/>
          </ac:cxnSpMkLst>
        </pc:cxnChg>
        <pc:cxnChg chg="add mod">
          <ac:chgData name="Yash Udayan Paritkar" userId="eb53e57d-c9de-423f-a2cd-d2e8bb3fdaa3" providerId="ADAL" clId="{9D471372-D6CD-4B12-A7E9-A58A3C2AD1DD}" dt="2024-11-23T16:42:56.612" v="5750" actId="1582"/>
          <ac:cxnSpMkLst>
            <pc:docMk/>
            <pc:sldMk cId="0" sldId="256"/>
            <ac:cxnSpMk id="479" creationId="{BC79F732-A3D6-A7AF-38B9-DF56C304D03A}"/>
          </ac:cxnSpMkLst>
        </pc:cxnChg>
      </pc:sldChg>
    </pc:docChg>
  </pc:docChgLst>
  <pc:docChgLst>
    <pc:chgData name="Yash Udayan Paritkar" userId="eb53e57d-c9de-423f-a2cd-d2e8bb3fdaa3" providerId="ADAL" clId="{293A44E3-7ED5-4B83-A0C1-54CEEA298C69}"/>
    <pc:docChg chg="undo redo custSel modSld modMainMaster modNotesMaster">
      <pc:chgData name="Yash Udayan Paritkar" userId="eb53e57d-c9de-423f-a2cd-d2e8bb3fdaa3" providerId="ADAL" clId="{293A44E3-7ED5-4B83-A0C1-54CEEA298C69}" dt="2024-11-22T18:36:49.088" v="2814" actId="20577"/>
      <pc:docMkLst>
        <pc:docMk/>
      </pc:docMkLst>
      <pc:sldChg chg="addSp delSp modSp mod modNotes">
        <pc:chgData name="Yash Udayan Paritkar" userId="eb53e57d-c9de-423f-a2cd-d2e8bb3fdaa3" providerId="ADAL" clId="{293A44E3-7ED5-4B83-A0C1-54CEEA298C69}" dt="2024-11-22T18:36:49.088" v="2814" actId="20577"/>
        <pc:sldMkLst>
          <pc:docMk/>
          <pc:sldMk cId="0" sldId="256"/>
        </pc:sldMkLst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3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4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5" creationId="{00000000-0000-0000-0000-000000000000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7" creationId="{00000000-0000-0000-0000-000000000000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8" creationId="{00000000-0000-0000-0000-000000000000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9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3:58.072" v="246" actId="21"/>
          <ac:spMkLst>
            <pc:docMk/>
            <pc:sldMk cId="0" sldId="256"/>
            <ac:spMk id="10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6:59:58.254" v="183" actId="478"/>
          <ac:spMkLst>
            <pc:docMk/>
            <pc:sldMk cId="0" sldId="256"/>
            <ac:spMk id="11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6:59:57.532" v="182" actId="478"/>
          <ac:spMkLst>
            <pc:docMk/>
            <pc:sldMk cId="0" sldId="256"/>
            <ac:spMk id="12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6:59:56.401" v="180" actId="478"/>
          <ac:spMkLst>
            <pc:docMk/>
            <pc:sldMk cId="0" sldId="256"/>
            <ac:spMk id="13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6:59:59.700" v="185" actId="478"/>
          <ac:spMkLst>
            <pc:docMk/>
            <pc:sldMk cId="0" sldId="256"/>
            <ac:spMk id="14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20:43.292" v="383" actId="478"/>
          <ac:spMkLst>
            <pc:docMk/>
            <pc:sldMk cId="0" sldId="256"/>
            <ac:spMk id="15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20:43.292" v="383" actId="478"/>
          <ac:spMkLst>
            <pc:docMk/>
            <pc:sldMk cId="0" sldId="256"/>
            <ac:spMk id="16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20:43.292" v="383" actId="478"/>
          <ac:spMkLst>
            <pc:docMk/>
            <pc:sldMk cId="0" sldId="256"/>
            <ac:spMk id="17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20:43.292" v="383" actId="478"/>
          <ac:spMkLst>
            <pc:docMk/>
            <pc:sldMk cId="0" sldId="256"/>
            <ac:spMk id="18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19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7:17.074" v="254" actId="478"/>
          <ac:spMkLst>
            <pc:docMk/>
            <pc:sldMk cId="0" sldId="256"/>
            <ac:spMk id="20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1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2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3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4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5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6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8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9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30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32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33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3:58.072" v="246" actId="21"/>
          <ac:spMkLst>
            <pc:docMk/>
            <pc:sldMk cId="0" sldId="256"/>
            <ac:spMk id="34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3:58.072" v="246" actId="21"/>
          <ac:spMkLst>
            <pc:docMk/>
            <pc:sldMk cId="0" sldId="256"/>
            <ac:spMk id="35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36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44.399" v="232" actId="478"/>
          <ac:spMkLst>
            <pc:docMk/>
            <pc:sldMk cId="0" sldId="256"/>
            <ac:spMk id="37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8:34.325" v="267" actId="478"/>
          <ac:spMkLst>
            <pc:docMk/>
            <pc:sldMk cId="0" sldId="256"/>
            <ac:spMk id="38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44.399" v="232" actId="478"/>
          <ac:spMkLst>
            <pc:docMk/>
            <pc:sldMk cId="0" sldId="256"/>
            <ac:spMk id="39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44.399" v="232" actId="478"/>
          <ac:spMkLst>
            <pc:docMk/>
            <pc:sldMk cId="0" sldId="256"/>
            <ac:spMk id="40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44.399" v="232" actId="478"/>
          <ac:spMkLst>
            <pc:docMk/>
            <pc:sldMk cId="0" sldId="256"/>
            <ac:spMk id="41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44.399" v="232" actId="478"/>
          <ac:spMkLst>
            <pc:docMk/>
            <pc:sldMk cId="0" sldId="256"/>
            <ac:spMk id="42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43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20.631" v="221" actId="478"/>
          <ac:spMkLst>
            <pc:docMk/>
            <pc:sldMk cId="0" sldId="256"/>
            <ac:spMk id="44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45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46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7:17.074" v="254" actId="478"/>
          <ac:spMkLst>
            <pc:docMk/>
            <pc:sldMk cId="0" sldId="256"/>
            <ac:spMk id="47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7:17.074" v="254" actId="478"/>
          <ac:spMkLst>
            <pc:docMk/>
            <pc:sldMk cId="0" sldId="256"/>
            <ac:spMk id="48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51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52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53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54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55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56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57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58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59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60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61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62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63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64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65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66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67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68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69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70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71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72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73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74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75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76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77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78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80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81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82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84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85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86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87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88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89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90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91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92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93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94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95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96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97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98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99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00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03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04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05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06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07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08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09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10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11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12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13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14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15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19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21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22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23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31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32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33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34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35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36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37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44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45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46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50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51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52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53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54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55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56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57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58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59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60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61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62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63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65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66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67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70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71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72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73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76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77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79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80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81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82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83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87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88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89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90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91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92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93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95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96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199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200" creationId="{00000000-0000-0000-0000-000000000000}"/>
          </ac:spMkLst>
        </pc:spChg>
        <pc:spChg chg="del mod">
          <ac:chgData name="Yash Udayan Paritkar" userId="eb53e57d-c9de-423f-a2cd-d2e8bb3fdaa3" providerId="ADAL" clId="{293A44E3-7ED5-4B83-A0C1-54CEEA298C69}" dt="2024-11-22T16:53:37.440" v="3" actId="21"/>
          <ac:spMkLst>
            <pc:docMk/>
            <pc:sldMk cId="0" sldId="256"/>
            <ac:spMk id="201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04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05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3:58.072" v="246" actId="21"/>
          <ac:spMkLst>
            <pc:docMk/>
            <pc:sldMk cId="0" sldId="256"/>
            <ac:spMk id="206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3:58.072" v="246" actId="21"/>
          <ac:spMkLst>
            <pc:docMk/>
            <pc:sldMk cId="0" sldId="256"/>
            <ac:spMk id="207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6:55:56.210" v="39" actId="478"/>
          <ac:spMkLst>
            <pc:docMk/>
            <pc:sldMk cId="0" sldId="256"/>
            <ac:spMk id="208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6:55:55.629" v="38" actId="478"/>
          <ac:spMkLst>
            <pc:docMk/>
            <pc:sldMk cId="0" sldId="256"/>
            <ac:spMk id="209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6:55:54.152" v="36" actId="478"/>
          <ac:spMkLst>
            <pc:docMk/>
            <pc:sldMk cId="0" sldId="256"/>
            <ac:spMk id="210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6:55:54.812" v="37" actId="478"/>
          <ac:spMkLst>
            <pc:docMk/>
            <pc:sldMk cId="0" sldId="256"/>
            <ac:spMk id="211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12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13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17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19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20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49.190" v="233" actId="478"/>
          <ac:spMkLst>
            <pc:docMk/>
            <pc:sldMk cId="0" sldId="256"/>
            <ac:spMk id="221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26.909" v="225" actId="478"/>
          <ac:spMkLst>
            <pc:docMk/>
            <pc:sldMk cId="0" sldId="256"/>
            <ac:spMk id="229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26.909" v="225" actId="478"/>
          <ac:spMkLst>
            <pc:docMk/>
            <pc:sldMk cId="0" sldId="256"/>
            <ac:spMk id="230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26.909" v="225" actId="478"/>
          <ac:spMkLst>
            <pc:docMk/>
            <pc:sldMk cId="0" sldId="256"/>
            <ac:spMk id="231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26.909" v="225" actId="478"/>
          <ac:spMkLst>
            <pc:docMk/>
            <pc:sldMk cId="0" sldId="256"/>
            <ac:spMk id="232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20:43.292" v="383" actId="478"/>
          <ac:spMkLst>
            <pc:docMk/>
            <pc:sldMk cId="0" sldId="256"/>
            <ac:spMk id="233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20:43.292" v="383" actId="478"/>
          <ac:spMkLst>
            <pc:docMk/>
            <pc:sldMk cId="0" sldId="256"/>
            <ac:spMk id="234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44.399" v="232" actId="478"/>
          <ac:spMkLst>
            <pc:docMk/>
            <pc:sldMk cId="0" sldId="256"/>
            <ac:spMk id="235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44.399" v="232" actId="478"/>
          <ac:spMkLst>
            <pc:docMk/>
            <pc:sldMk cId="0" sldId="256"/>
            <ac:spMk id="242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7:17.074" v="254" actId="478"/>
          <ac:spMkLst>
            <pc:docMk/>
            <pc:sldMk cId="0" sldId="256"/>
            <ac:spMk id="243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7:17.074" v="254" actId="478"/>
          <ac:spMkLst>
            <pc:docMk/>
            <pc:sldMk cId="0" sldId="256"/>
            <ac:spMk id="244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44.399" v="232" actId="478"/>
          <ac:spMkLst>
            <pc:docMk/>
            <pc:sldMk cId="0" sldId="256"/>
            <ac:spMk id="248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6:56:54.470" v="55" actId="478"/>
          <ac:spMkLst>
            <pc:docMk/>
            <pc:sldMk cId="0" sldId="256"/>
            <ac:spMk id="249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41:28.448" v="542" actId="478"/>
          <ac:spMkLst>
            <pc:docMk/>
            <pc:sldMk cId="0" sldId="256"/>
            <ac:spMk id="250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51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44.399" v="232" actId="478"/>
          <ac:spMkLst>
            <pc:docMk/>
            <pc:sldMk cId="0" sldId="256"/>
            <ac:spMk id="252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44.399" v="232" actId="478"/>
          <ac:spMkLst>
            <pc:docMk/>
            <pc:sldMk cId="0" sldId="256"/>
            <ac:spMk id="253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44.399" v="232" actId="478"/>
          <ac:spMkLst>
            <pc:docMk/>
            <pc:sldMk cId="0" sldId="256"/>
            <ac:spMk id="254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44.399" v="232" actId="478"/>
          <ac:spMkLst>
            <pc:docMk/>
            <pc:sldMk cId="0" sldId="256"/>
            <ac:spMk id="255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44.399" v="232" actId="478"/>
          <ac:spMkLst>
            <pc:docMk/>
            <pc:sldMk cId="0" sldId="256"/>
            <ac:spMk id="256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44.399" v="232" actId="478"/>
          <ac:spMkLst>
            <pc:docMk/>
            <pc:sldMk cId="0" sldId="256"/>
            <ac:spMk id="257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44.399" v="232" actId="478"/>
          <ac:spMkLst>
            <pc:docMk/>
            <pc:sldMk cId="0" sldId="256"/>
            <ac:spMk id="258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21.840" v="222" actId="478"/>
          <ac:spMkLst>
            <pc:docMk/>
            <pc:sldMk cId="0" sldId="256"/>
            <ac:spMk id="259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60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61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44.399" v="232" actId="478"/>
          <ac:spMkLst>
            <pc:docMk/>
            <pc:sldMk cId="0" sldId="256"/>
            <ac:spMk id="263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64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8:34.325" v="267" actId="478"/>
          <ac:spMkLst>
            <pc:docMk/>
            <pc:sldMk cId="0" sldId="256"/>
            <ac:spMk id="265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1:48.222" v="214" actId="478"/>
          <ac:spMkLst>
            <pc:docMk/>
            <pc:sldMk cId="0" sldId="256"/>
            <ac:spMk id="268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1:50.325" v="216" actId="478"/>
          <ac:spMkLst>
            <pc:docMk/>
            <pc:sldMk cId="0" sldId="256"/>
            <ac:spMk id="269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1:51.472" v="217" actId="478"/>
          <ac:spMkLst>
            <pc:docMk/>
            <pc:sldMk cId="0" sldId="256"/>
            <ac:spMk id="270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30.190" v="227" actId="478"/>
          <ac:spMkLst>
            <pc:docMk/>
            <pc:sldMk cId="0" sldId="256"/>
            <ac:spMk id="271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74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26.909" v="225" actId="478"/>
          <ac:spMkLst>
            <pc:docMk/>
            <pc:sldMk cId="0" sldId="256"/>
            <ac:spMk id="275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26.909" v="225" actId="478"/>
          <ac:spMkLst>
            <pc:docMk/>
            <pc:sldMk cId="0" sldId="256"/>
            <ac:spMk id="277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78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79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80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81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26.909" v="225" actId="478"/>
          <ac:spMkLst>
            <pc:docMk/>
            <pc:sldMk cId="0" sldId="256"/>
            <ac:spMk id="285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26.909" v="225" actId="478"/>
          <ac:spMkLst>
            <pc:docMk/>
            <pc:sldMk cId="0" sldId="256"/>
            <ac:spMk id="286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19.705" v="220" actId="478"/>
          <ac:spMkLst>
            <pc:docMk/>
            <pc:sldMk cId="0" sldId="256"/>
            <ac:spMk id="287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7:17.074" v="254" actId="478"/>
          <ac:spMkLst>
            <pc:docMk/>
            <pc:sldMk cId="0" sldId="256"/>
            <ac:spMk id="288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7:17.074" v="254" actId="478"/>
          <ac:spMkLst>
            <pc:docMk/>
            <pc:sldMk cId="0" sldId="256"/>
            <ac:spMk id="289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7:17.074" v="254" actId="478"/>
          <ac:spMkLst>
            <pc:docMk/>
            <pc:sldMk cId="0" sldId="256"/>
            <ac:spMk id="290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7:17.074" v="254" actId="478"/>
          <ac:spMkLst>
            <pc:docMk/>
            <pc:sldMk cId="0" sldId="256"/>
            <ac:spMk id="291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7:17.074" v="254" actId="478"/>
          <ac:spMkLst>
            <pc:docMk/>
            <pc:sldMk cId="0" sldId="256"/>
            <ac:spMk id="293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7:17.074" v="254" actId="478"/>
          <ac:spMkLst>
            <pc:docMk/>
            <pc:sldMk cId="0" sldId="256"/>
            <ac:spMk id="294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7:17.074" v="254" actId="478"/>
          <ac:spMkLst>
            <pc:docMk/>
            <pc:sldMk cId="0" sldId="256"/>
            <ac:spMk id="297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2:26.909" v="225" actId="478"/>
          <ac:spMkLst>
            <pc:docMk/>
            <pc:sldMk cId="0" sldId="256"/>
            <ac:spMk id="298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07:17.074" v="254" actId="478"/>
          <ac:spMkLst>
            <pc:docMk/>
            <pc:sldMk cId="0" sldId="256"/>
            <ac:spMk id="299" creationId="{00000000-0000-0000-0000-000000000000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304" creationId="{6DF178D5-C85E-EE15-79F7-72D699650D89}"/>
          </ac:spMkLst>
        </pc:spChg>
        <pc:spChg chg="add del mod">
          <ac:chgData name="Yash Udayan Paritkar" userId="eb53e57d-c9de-423f-a2cd-d2e8bb3fdaa3" providerId="ADAL" clId="{293A44E3-7ED5-4B83-A0C1-54CEEA298C69}" dt="2024-11-22T17:24:00.225" v="468" actId="478"/>
          <ac:spMkLst>
            <pc:docMk/>
            <pc:sldMk cId="0" sldId="256"/>
            <ac:spMk id="305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24:00.225" v="468" actId="478"/>
          <ac:spMkLst>
            <pc:docMk/>
            <pc:sldMk cId="0" sldId="256"/>
            <ac:spMk id="306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24:00.225" v="468" actId="478"/>
          <ac:spMkLst>
            <pc:docMk/>
            <pc:sldMk cId="0" sldId="256"/>
            <ac:spMk id="307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23:58.749" v="467"/>
          <ac:spMkLst>
            <pc:docMk/>
            <pc:sldMk cId="0" sldId="256"/>
            <ac:spMk id="308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24:00.225" v="468" actId="478"/>
          <ac:spMkLst>
            <pc:docMk/>
            <pc:sldMk cId="0" sldId="256"/>
            <ac:spMk id="309" creationId="{00000000-0000-0000-0000-000000000000}"/>
          </ac:spMkLst>
        </pc:spChg>
        <pc:spChg chg="add del mod">
          <ac:chgData name="Yash Udayan Paritkar" userId="eb53e57d-c9de-423f-a2cd-d2e8bb3fdaa3" providerId="ADAL" clId="{293A44E3-7ED5-4B83-A0C1-54CEEA298C69}" dt="2024-11-22T17:18:59.698" v="330" actId="478"/>
          <ac:spMkLst>
            <pc:docMk/>
            <pc:sldMk cId="0" sldId="256"/>
            <ac:spMk id="310" creationId="{E0837E47-FB69-AF62-1745-6B8657FDB9E5}"/>
          </ac:spMkLst>
        </pc:spChg>
        <pc:spChg chg="add mod">
          <ac:chgData name="Yash Udayan Paritkar" userId="eb53e57d-c9de-423f-a2cd-d2e8bb3fdaa3" providerId="ADAL" clId="{293A44E3-7ED5-4B83-A0C1-54CEEA298C69}" dt="2024-11-22T17:17:53.997" v="321" actId="1076"/>
          <ac:spMkLst>
            <pc:docMk/>
            <pc:sldMk cId="0" sldId="256"/>
            <ac:spMk id="311" creationId="{EC178E6F-38EE-8CF0-4F6D-2B48D4938B6C}"/>
          </ac:spMkLst>
        </pc:spChg>
        <pc:spChg chg="add del mod">
          <ac:chgData name="Yash Udayan Paritkar" userId="eb53e57d-c9de-423f-a2cd-d2e8bb3fdaa3" providerId="ADAL" clId="{293A44E3-7ED5-4B83-A0C1-54CEEA298C69}" dt="2024-11-22T17:19:55.916" v="368" actId="478"/>
          <ac:spMkLst>
            <pc:docMk/>
            <pc:sldMk cId="0" sldId="256"/>
            <ac:spMk id="312" creationId="{B32D3B57-2968-3015-1220-87E87FF648A6}"/>
          </ac:spMkLst>
        </pc:spChg>
        <pc:spChg chg="add del mod">
          <ac:chgData name="Yash Udayan Paritkar" userId="eb53e57d-c9de-423f-a2cd-d2e8bb3fdaa3" providerId="ADAL" clId="{293A44E3-7ED5-4B83-A0C1-54CEEA298C69}" dt="2024-11-22T17:19:55.916" v="368" actId="478"/>
          <ac:spMkLst>
            <pc:docMk/>
            <pc:sldMk cId="0" sldId="256"/>
            <ac:spMk id="313" creationId="{5B885486-6711-5CAB-34CE-617113B6886B}"/>
          </ac:spMkLst>
        </pc:spChg>
        <pc:spChg chg="add del mod">
          <ac:chgData name="Yash Udayan Paritkar" userId="eb53e57d-c9de-423f-a2cd-d2e8bb3fdaa3" providerId="ADAL" clId="{293A44E3-7ED5-4B83-A0C1-54CEEA298C69}" dt="2024-11-22T17:19:55.916" v="368" actId="478"/>
          <ac:spMkLst>
            <pc:docMk/>
            <pc:sldMk cId="0" sldId="256"/>
            <ac:spMk id="314" creationId="{26EDBDE4-83C2-5D8F-BD5E-42EBBDC24F4F}"/>
          </ac:spMkLst>
        </pc:spChg>
        <pc:spChg chg="add del mod">
          <ac:chgData name="Yash Udayan Paritkar" userId="eb53e57d-c9de-423f-a2cd-d2e8bb3fdaa3" providerId="ADAL" clId="{293A44E3-7ED5-4B83-A0C1-54CEEA298C69}" dt="2024-11-22T17:19:55.916" v="368" actId="478"/>
          <ac:spMkLst>
            <pc:docMk/>
            <pc:sldMk cId="0" sldId="256"/>
            <ac:spMk id="315" creationId="{21350617-C7A2-0C86-9F27-050100F0A9EB}"/>
          </ac:spMkLst>
        </pc:spChg>
        <pc:spChg chg="add del mod">
          <ac:chgData name="Yash Udayan Paritkar" userId="eb53e57d-c9de-423f-a2cd-d2e8bb3fdaa3" providerId="ADAL" clId="{293A44E3-7ED5-4B83-A0C1-54CEEA298C69}" dt="2024-11-22T17:19:55.916" v="368" actId="478"/>
          <ac:spMkLst>
            <pc:docMk/>
            <pc:sldMk cId="0" sldId="256"/>
            <ac:spMk id="316" creationId="{4D72F1A3-53AE-BE83-67E3-8F67DAE2D93F}"/>
          </ac:spMkLst>
        </pc:spChg>
        <pc:spChg chg="add del mod">
          <ac:chgData name="Yash Udayan Paritkar" userId="eb53e57d-c9de-423f-a2cd-d2e8bb3fdaa3" providerId="ADAL" clId="{293A44E3-7ED5-4B83-A0C1-54CEEA298C69}" dt="2024-11-22T17:19:55.916" v="368" actId="478"/>
          <ac:spMkLst>
            <pc:docMk/>
            <pc:sldMk cId="0" sldId="256"/>
            <ac:spMk id="317" creationId="{7B95C703-555F-BF90-D3A3-78AB32BD09A8}"/>
          </ac:spMkLst>
        </pc:spChg>
        <pc:spChg chg="add del mod">
          <ac:chgData name="Yash Udayan Paritkar" userId="eb53e57d-c9de-423f-a2cd-d2e8bb3fdaa3" providerId="ADAL" clId="{293A44E3-7ED5-4B83-A0C1-54CEEA298C69}" dt="2024-11-22T17:19:55.916" v="368" actId="478"/>
          <ac:spMkLst>
            <pc:docMk/>
            <pc:sldMk cId="0" sldId="256"/>
            <ac:spMk id="318" creationId="{884E1767-E4A1-51DB-A5DA-48C1FF7C9528}"/>
          </ac:spMkLst>
        </pc:spChg>
        <pc:spChg chg="add del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319" creationId="{96B48379-1923-CE3F-3249-04622EEDDF86}"/>
          </ac:spMkLst>
        </pc:spChg>
        <pc:spChg chg="add del mod">
          <ac:chgData name="Yash Udayan Paritkar" userId="eb53e57d-c9de-423f-a2cd-d2e8bb3fdaa3" providerId="ADAL" clId="{293A44E3-7ED5-4B83-A0C1-54CEEA298C69}" dt="2024-11-22T17:19:55.916" v="368" actId="478"/>
          <ac:spMkLst>
            <pc:docMk/>
            <pc:sldMk cId="0" sldId="256"/>
            <ac:spMk id="320" creationId="{8FBC7EC7-BF5A-1F5B-3F78-84479EC65C4D}"/>
          </ac:spMkLst>
        </pc:spChg>
        <pc:spChg chg="add del mod">
          <ac:chgData name="Yash Udayan Paritkar" userId="eb53e57d-c9de-423f-a2cd-d2e8bb3fdaa3" providerId="ADAL" clId="{293A44E3-7ED5-4B83-A0C1-54CEEA298C69}" dt="2024-11-22T17:19:55.916" v="368" actId="478"/>
          <ac:spMkLst>
            <pc:docMk/>
            <pc:sldMk cId="0" sldId="256"/>
            <ac:spMk id="321" creationId="{83C6DFA8-D51D-D828-7477-9DEFD8532338}"/>
          </ac:spMkLst>
        </pc:spChg>
        <pc:spChg chg="add del mod">
          <ac:chgData name="Yash Udayan Paritkar" userId="eb53e57d-c9de-423f-a2cd-d2e8bb3fdaa3" providerId="ADAL" clId="{293A44E3-7ED5-4B83-A0C1-54CEEA298C69}" dt="2024-11-22T17:19:55.916" v="368" actId="478"/>
          <ac:spMkLst>
            <pc:docMk/>
            <pc:sldMk cId="0" sldId="256"/>
            <ac:spMk id="322" creationId="{7114EFA2-ACAD-711E-25E7-DB258A87B787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323" creationId="{CBA4309B-DDB0-CF56-BA4C-1B5EC394672D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324" creationId="{159278BD-F80A-94D3-6C85-DB8333B22C42}"/>
          </ac:spMkLst>
        </pc:spChg>
        <pc:spChg chg="add del mod">
          <ac:chgData name="Yash Udayan Paritkar" userId="eb53e57d-c9de-423f-a2cd-d2e8bb3fdaa3" providerId="ADAL" clId="{293A44E3-7ED5-4B83-A0C1-54CEEA298C69}" dt="2024-11-22T17:19:22.941" v="334" actId="478"/>
          <ac:spMkLst>
            <pc:docMk/>
            <pc:sldMk cId="0" sldId="256"/>
            <ac:spMk id="325" creationId="{4513FA75-148C-C2B9-8C39-B9BB6B899CF7}"/>
          </ac:spMkLst>
        </pc:spChg>
        <pc:spChg chg="add del mod">
          <ac:chgData name="Yash Udayan Paritkar" userId="eb53e57d-c9de-423f-a2cd-d2e8bb3fdaa3" providerId="ADAL" clId="{293A44E3-7ED5-4B83-A0C1-54CEEA298C69}" dt="2024-11-22T17:20:43.292" v="383" actId="478"/>
          <ac:spMkLst>
            <pc:docMk/>
            <pc:sldMk cId="0" sldId="256"/>
            <ac:spMk id="326" creationId="{9ECA5D71-1C34-05F6-DBBA-224D4DA79480}"/>
          </ac:spMkLst>
        </pc:spChg>
        <pc:spChg chg="add del mod">
          <ac:chgData name="Yash Udayan Paritkar" userId="eb53e57d-c9de-423f-a2cd-d2e8bb3fdaa3" providerId="ADAL" clId="{293A44E3-7ED5-4B83-A0C1-54CEEA298C69}" dt="2024-11-22T17:20:43.292" v="383" actId="478"/>
          <ac:spMkLst>
            <pc:docMk/>
            <pc:sldMk cId="0" sldId="256"/>
            <ac:spMk id="327" creationId="{D1D812B6-CF56-54C3-298F-2AD7D6D5B809}"/>
          </ac:spMkLst>
        </pc:spChg>
        <pc:spChg chg="add del mod">
          <ac:chgData name="Yash Udayan Paritkar" userId="eb53e57d-c9de-423f-a2cd-d2e8bb3fdaa3" providerId="ADAL" clId="{293A44E3-7ED5-4B83-A0C1-54CEEA298C69}" dt="2024-11-22T17:20:43.292" v="383" actId="478"/>
          <ac:spMkLst>
            <pc:docMk/>
            <pc:sldMk cId="0" sldId="256"/>
            <ac:spMk id="328" creationId="{F8F7B595-7A6A-BE81-8D7B-3D8CB27FF108}"/>
          </ac:spMkLst>
        </pc:spChg>
        <pc:spChg chg="add del mod">
          <ac:chgData name="Yash Udayan Paritkar" userId="eb53e57d-c9de-423f-a2cd-d2e8bb3fdaa3" providerId="ADAL" clId="{293A44E3-7ED5-4B83-A0C1-54CEEA298C69}" dt="2024-11-22T17:20:43.292" v="383" actId="478"/>
          <ac:spMkLst>
            <pc:docMk/>
            <pc:sldMk cId="0" sldId="256"/>
            <ac:spMk id="329" creationId="{53D9BA9D-4DFF-6792-2780-558AE3AB234C}"/>
          </ac:spMkLst>
        </pc:spChg>
        <pc:spChg chg="add del mod">
          <ac:chgData name="Yash Udayan Paritkar" userId="eb53e57d-c9de-423f-a2cd-d2e8bb3fdaa3" providerId="ADAL" clId="{293A44E3-7ED5-4B83-A0C1-54CEEA298C69}" dt="2024-11-22T17:20:43.292" v="383" actId="478"/>
          <ac:spMkLst>
            <pc:docMk/>
            <pc:sldMk cId="0" sldId="256"/>
            <ac:spMk id="330" creationId="{5CB9C856-B3BD-3D4C-1A89-49FF7BF8DB2B}"/>
          </ac:spMkLst>
        </pc:spChg>
        <pc:spChg chg="add del mod">
          <ac:chgData name="Yash Udayan Paritkar" userId="eb53e57d-c9de-423f-a2cd-d2e8bb3fdaa3" providerId="ADAL" clId="{293A44E3-7ED5-4B83-A0C1-54CEEA298C69}" dt="2024-11-22T17:20:43.292" v="383" actId="478"/>
          <ac:spMkLst>
            <pc:docMk/>
            <pc:sldMk cId="0" sldId="256"/>
            <ac:spMk id="331" creationId="{0B608FCE-11CA-54E4-AE00-B4148391466C}"/>
          </ac:spMkLst>
        </pc:spChg>
        <pc:spChg chg="add del mod">
          <ac:chgData name="Yash Udayan Paritkar" userId="eb53e57d-c9de-423f-a2cd-d2e8bb3fdaa3" providerId="ADAL" clId="{293A44E3-7ED5-4B83-A0C1-54CEEA298C69}" dt="2024-11-22T17:23:09.082" v="452" actId="478"/>
          <ac:spMkLst>
            <pc:docMk/>
            <pc:sldMk cId="0" sldId="256"/>
            <ac:spMk id="332" creationId="{FAA4B6BF-2092-FE68-E11A-F36031D91BF3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333" creationId="{B7E743F5-CC8F-DC0C-FCD8-C7E867F17265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334" creationId="{07815601-73C8-0329-D600-A90EE1207AA5}"/>
          </ac:spMkLst>
        </pc:spChg>
        <pc:spChg chg="add mod">
          <ac:chgData name="Yash Udayan Paritkar" userId="eb53e57d-c9de-423f-a2cd-d2e8bb3fdaa3" providerId="ADAL" clId="{293A44E3-7ED5-4B83-A0C1-54CEEA298C69}" dt="2024-11-22T18:27:57.463" v="2486" actId="20577"/>
          <ac:spMkLst>
            <pc:docMk/>
            <pc:sldMk cId="0" sldId="256"/>
            <ac:spMk id="335" creationId="{F5BFCD59-07D6-602A-2A1A-001B188B2C3A}"/>
          </ac:spMkLst>
        </pc:spChg>
        <pc:spChg chg="add del mod">
          <ac:chgData name="Yash Udayan Paritkar" userId="eb53e57d-c9de-423f-a2cd-d2e8bb3fdaa3" providerId="ADAL" clId="{293A44E3-7ED5-4B83-A0C1-54CEEA298C69}" dt="2024-11-22T17:20:31.391" v="381" actId="478"/>
          <ac:spMkLst>
            <pc:docMk/>
            <pc:sldMk cId="0" sldId="256"/>
            <ac:spMk id="336" creationId="{E961B84D-8D7A-1DB8-8D5B-A8CD4A98D49A}"/>
          </ac:spMkLst>
        </pc:spChg>
        <pc:spChg chg="add del mod">
          <ac:chgData name="Yash Udayan Paritkar" userId="eb53e57d-c9de-423f-a2cd-d2e8bb3fdaa3" providerId="ADAL" clId="{293A44E3-7ED5-4B83-A0C1-54CEEA298C69}" dt="2024-11-22T17:20:29.555" v="379" actId="478"/>
          <ac:spMkLst>
            <pc:docMk/>
            <pc:sldMk cId="0" sldId="256"/>
            <ac:spMk id="337" creationId="{3C4D690E-18B1-6ECF-FDC1-6C3570DEB6BC}"/>
          </ac:spMkLst>
        </pc:spChg>
        <pc:spChg chg="add del mod">
          <ac:chgData name="Yash Udayan Paritkar" userId="eb53e57d-c9de-423f-a2cd-d2e8bb3fdaa3" providerId="ADAL" clId="{293A44E3-7ED5-4B83-A0C1-54CEEA298C69}" dt="2024-11-22T17:23:09.490" v="453" actId="478"/>
          <ac:spMkLst>
            <pc:docMk/>
            <pc:sldMk cId="0" sldId="256"/>
            <ac:spMk id="338" creationId="{18EC0B10-F24F-1E25-13BE-C1CF5B33F405}"/>
          </ac:spMkLst>
        </pc:spChg>
        <pc:spChg chg="add del mod">
          <ac:chgData name="Yash Udayan Paritkar" userId="eb53e57d-c9de-423f-a2cd-d2e8bb3fdaa3" providerId="ADAL" clId="{293A44E3-7ED5-4B83-A0C1-54CEEA298C69}" dt="2024-11-22T17:23:10.353" v="455" actId="478"/>
          <ac:spMkLst>
            <pc:docMk/>
            <pc:sldMk cId="0" sldId="256"/>
            <ac:spMk id="339" creationId="{6075D017-26A6-072D-14A3-8700B05D4A4B}"/>
          </ac:spMkLst>
        </pc:spChg>
        <pc:spChg chg="add del mod">
          <ac:chgData name="Yash Udayan Paritkar" userId="eb53e57d-c9de-423f-a2cd-d2e8bb3fdaa3" providerId="ADAL" clId="{293A44E3-7ED5-4B83-A0C1-54CEEA298C69}" dt="2024-11-22T17:23:09.929" v="454" actId="478"/>
          <ac:spMkLst>
            <pc:docMk/>
            <pc:sldMk cId="0" sldId="256"/>
            <ac:spMk id="340" creationId="{DAAD8A63-9FEE-085C-FC76-6E6595C92E43}"/>
          </ac:spMkLst>
        </pc:spChg>
        <pc:spChg chg="add mod">
          <ac:chgData name="Yash Udayan Paritkar" userId="eb53e57d-c9de-423f-a2cd-d2e8bb3fdaa3" providerId="ADAL" clId="{293A44E3-7ED5-4B83-A0C1-54CEEA298C69}" dt="2024-11-22T17:22:40.487" v="423" actId="1076"/>
          <ac:spMkLst>
            <pc:docMk/>
            <pc:sldMk cId="0" sldId="256"/>
            <ac:spMk id="341" creationId="{E1FC8CE4-E9B6-E281-B2F4-6E3A43DB17FD}"/>
          </ac:spMkLst>
        </pc:spChg>
        <pc:spChg chg="add mod">
          <ac:chgData name="Yash Udayan Paritkar" userId="eb53e57d-c9de-423f-a2cd-d2e8bb3fdaa3" providerId="ADAL" clId="{293A44E3-7ED5-4B83-A0C1-54CEEA298C69}" dt="2024-11-22T17:22:40.487" v="423" actId="1076"/>
          <ac:spMkLst>
            <pc:docMk/>
            <pc:sldMk cId="0" sldId="256"/>
            <ac:spMk id="342" creationId="{68F323CC-5A5F-C557-5159-C274CBE977F0}"/>
          </ac:spMkLst>
        </pc:spChg>
        <pc:spChg chg="add mod">
          <ac:chgData name="Yash Udayan Paritkar" userId="eb53e57d-c9de-423f-a2cd-d2e8bb3fdaa3" providerId="ADAL" clId="{293A44E3-7ED5-4B83-A0C1-54CEEA298C69}" dt="2024-11-22T17:22:40.487" v="423" actId="1076"/>
          <ac:spMkLst>
            <pc:docMk/>
            <pc:sldMk cId="0" sldId="256"/>
            <ac:spMk id="343" creationId="{996B7C36-9601-7C50-D080-48723EBA6493}"/>
          </ac:spMkLst>
        </pc:spChg>
        <pc:spChg chg="add mod">
          <ac:chgData name="Yash Udayan Paritkar" userId="eb53e57d-c9de-423f-a2cd-d2e8bb3fdaa3" providerId="ADAL" clId="{293A44E3-7ED5-4B83-A0C1-54CEEA298C69}" dt="2024-11-22T17:22:38.682" v="419" actId="1076"/>
          <ac:spMkLst>
            <pc:docMk/>
            <pc:sldMk cId="0" sldId="256"/>
            <ac:spMk id="344" creationId="{3FA08F6B-1DDA-DEE4-4DC5-B108B79D0E72}"/>
          </ac:spMkLst>
        </pc:spChg>
        <pc:spChg chg="add mod">
          <ac:chgData name="Yash Udayan Paritkar" userId="eb53e57d-c9de-423f-a2cd-d2e8bb3fdaa3" providerId="ADAL" clId="{293A44E3-7ED5-4B83-A0C1-54CEEA298C69}" dt="2024-11-22T17:22:38.682" v="419" actId="1076"/>
          <ac:spMkLst>
            <pc:docMk/>
            <pc:sldMk cId="0" sldId="256"/>
            <ac:spMk id="345" creationId="{1D48B3C9-EF77-A1EA-BA27-003F7A6ABA37}"/>
          </ac:spMkLst>
        </pc:spChg>
        <pc:spChg chg="add mod">
          <ac:chgData name="Yash Udayan Paritkar" userId="eb53e57d-c9de-423f-a2cd-d2e8bb3fdaa3" providerId="ADAL" clId="{293A44E3-7ED5-4B83-A0C1-54CEEA298C69}" dt="2024-11-22T17:22:38.682" v="419" actId="1076"/>
          <ac:spMkLst>
            <pc:docMk/>
            <pc:sldMk cId="0" sldId="256"/>
            <ac:spMk id="346" creationId="{669EFC70-12F7-B4B5-6DD8-6B82A77F111D}"/>
          </ac:spMkLst>
        </pc:spChg>
        <pc:spChg chg="add mod">
          <ac:chgData name="Yash Udayan Paritkar" userId="eb53e57d-c9de-423f-a2cd-d2e8bb3fdaa3" providerId="ADAL" clId="{293A44E3-7ED5-4B83-A0C1-54CEEA298C69}" dt="2024-11-22T18:27:14.619" v="2468" actId="1076"/>
          <ac:spMkLst>
            <pc:docMk/>
            <pc:sldMk cId="0" sldId="256"/>
            <ac:spMk id="347" creationId="{79EADAF6-1CCE-8866-D630-DC6695FE4DBD}"/>
          </ac:spMkLst>
        </pc:spChg>
        <pc:spChg chg="add mod">
          <ac:chgData name="Yash Udayan Paritkar" userId="eb53e57d-c9de-423f-a2cd-d2e8bb3fdaa3" providerId="ADAL" clId="{293A44E3-7ED5-4B83-A0C1-54CEEA298C69}" dt="2024-11-22T18:27:14.619" v="2468" actId="1076"/>
          <ac:spMkLst>
            <pc:docMk/>
            <pc:sldMk cId="0" sldId="256"/>
            <ac:spMk id="348" creationId="{EBDAAA11-3F92-1309-ECE2-E4490795E35B}"/>
          </ac:spMkLst>
        </pc:spChg>
        <pc:spChg chg="add mod">
          <ac:chgData name="Yash Udayan Paritkar" userId="eb53e57d-c9de-423f-a2cd-d2e8bb3fdaa3" providerId="ADAL" clId="{293A44E3-7ED5-4B83-A0C1-54CEEA298C69}" dt="2024-11-22T18:27:14.619" v="2468" actId="1076"/>
          <ac:spMkLst>
            <pc:docMk/>
            <pc:sldMk cId="0" sldId="256"/>
            <ac:spMk id="349" creationId="{02DA661D-9624-084A-F471-00A1AE28C24F}"/>
          </ac:spMkLst>
        </pc:spChg>
        <pc:spChg chg="add del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350" creationId="{29C71A51-8D0A-35B3-38E6-8701FBEA7457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351" creationId="{3CF7FCA5-435C-8B84-AD8C-58FDC9328040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352" creationId="{5C5F430E-5CEA-CBA6-1F6B-CE9E5B9E3BB9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353" creationId="{6B7EFA98-A1DA-155C-9B33-E89AB0CDF1CB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354" creationId="{75D59CB7-2E85-EBC0-DA22-6E1F1ED547DF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355" creationId="{39915C52-7612-0947-25E4-B79C3F261E13}"/>
          </ac:spMkLst>
        </pc:spChg>
        <pc:spChg chg="add mod">
          <ac:chgData name="Yash Udayan Paritkar" userId="eb53e57d-c9de-423f-a2cd-d2e8bb3fdaa3" providerId="ADAL" clId="{293A44E3-7ED5-4B83-A0C1-54CEEA298C69}" dt="2024-11-22T18:36:49.088" v="2814" actId="20577"/>
          <ac:spMkLst>
            <pc:docMk/>
            <pc:sldMk cId="0" sldId="256"/>
            <ac:spMk id="356" creationId="{4536B42B-C8AC-B710-AF6F-1D9E9FB0ED36}"/>
          </ac:spMkLst>
        </pc:spChg>
        <pc:spChg chg="add mod">
          <ac:chgData name="Yash Udayan Paritkar" userId="eb53e57d-c9de-423f-a2cd-d2e8bb3fdaa3" providerId="ADAL" clId="{293A44E3-7ED5-4B83-A0C1-54CEEA298C69}" dt="2024-11-22T18:27:14.619" v="2468" actId="1076"/>
          <ac:spMkLst>
            <pc:docMk/>
            <pc:sldMk cId="0" sldId="256"/>
            <ac:spMk id="357" creationId="{B8A6B299-1866-5B8F-C1D4-CFFBE2D4124B}"/>
          </ac:spMkLst>
        </pc:spChg>
        <pc:spChg chg="add mod">
          <ac:chgData name="Yash Udayan Paritkar" userId="eb53e57d-c9de-423f-a2cd-d2e8bb3fdaa3" providerId="ADAL" clId="{293A44E3-7ED5-4B83-A0C1-54CEEA298C69}" dt="2024-11-22T18:27:14.619" v="2468" actId="1076"/>
          <ac:spMkLst>
            <pc:docMk/>
            <pc:sldMk cId="0" sldId="256"/>
            <ac:spMk id="358" creationId="{78D14CF4-4127-15A9-BAA0-4A553F1B35AE}"/>
          </ac:spMkLst>
        </pc:spChg>
        <pc:spChg chg="add mod">
          <ac:chgData name="Yash Udayan Paritkar" userId="eb53e57d-c9de-423f-a2cd-d2e8bb3fdaa3" providerId="ADAL" clId="{293A44E3-7ED5-4B83-A0C1-54CEEA298C69}" dt="2024-11-22T18:27:14.619" v="2468" actId="1076"/>
          <ac:spMkLst>
            <pc:docMk/>
            <pc:sldMk cId="0" sldId="256"/>
            <ac:spMk id="359" creationId="{F3486660-AABC-F0A0-863F-BC77D1C7B009}"/>
          </ac:spMkLst>
        </pc:spChg>
        <pc:spChg chg="add mod">
          <ac:chgData name="Yash Udayan Paritkar" userId="eb53e57d-c9de-423f-a2cd-d2e8bb3fdaa3" providerId="ADAL" clId="{293A44E3-7ED5-4B83-A0C1-54CEEA298C69}" dt="2024-11-22T18:27:14.619" v="2468" actId="1076"/>
          <ac:spMkLst>
            <pc:docMk/>
            <pc:sldMk cId="0" sldId="256"/>
            <ac:spMk id="360" creationId="{CCF3D654-9ED0-3B44-C6AC-B1B07D47ABBD}"/>
          </ac:spMkLst>
        </pc:spChg>
        <pc:spChg chg="add mod">
          <ac:chgData name="Yash Udayan Paritkar" userId="eb53e57d-c9de-423f-a2cd-d2e8bb3fdaa3" providerId="ADAL" clId="{293A44E3-7ED5-4B83-A0C1-54CEEA298C69}" dt="2024-11-22T17:53:13.487" v="1031"/>
          <ac:spMkLst>
            <pc:docMk/>
            <pc:sldMk cId="0" sldId="256"/>
            <ac:spMk id="361" creationId="{04F82AB1-4A7F-5978-0942-3FDD334021C0}"/>
          </ac:spMkLst>
        </pc:spChg>
        <pc:spChg chg="add mod">
          <ac:chgData name="Yash Udayan Paritkar" userId="eb53e57d-c9de-423f-a2cd-d2e8bb3fdaa3" providerId="ADAL" clId="{293A44E3-7ED5-4B83-A0C1-54CEEA298C69}" dt="2024-11-22T17:53:13.487" v="1031"/>
          <ac:spMkLst>
            <pc:docMk/>
            <pc:sldMk cId="0" sldId="256"/>
            <ac:spMk id="362" creationId="{88F69E00-5721-5596-34DD-1531A32BBEEF}"/>
          </ac:spMkLst>
        </pc:spChg>
        <pc:spChg chg="add mod">
          <ac:chgData name="Yash Udayan Paritkar" userId="eb53e57d-c9de-423f-a2cd-d2e8bb3fdaa3" providerId="ADAL" clId="{293A44E3-7ED5-4B83-A0C1-54CEEA298C69}" dt="2024-11-22T17:53:13.487" v="1031"/>
          <ac:spMkLst>
            <pc:docMk/>
            <pc:sldMk cId="0" sldId="256"/>
            <ac:spMk id="363" creationId="{0C245FC7-39A9-5376-58DF-F4158CCF2E0F}"/>
          </ac:spMkLst>
        </pc:spChg>
        <pc:spChg chg="add mod">
          <ac:chgData name="Yash Udayan Paritkar" userId="eb53e57d-c9de-423f-a2cd-d2e8bb3fdaa3" providerId="ADAL" clId="{293A44E3-7ED5-4B83-A0C1-54CEEA298C69}" dt="2024-11-22T18:27:14.619" v="2468" actId="1076"/>
          <ac:spMkLst>
            <pc:docMk/>
            <pc:sldMk cId="0" sldId="256"/>
            <ac:spMk id="364" creationId="{9BC8743C-A99B-0423-CF6F-759AAC44A1F3}"/>
          </ac:spMkLst>
        </pc:spChg>
        <pc:spChg chg="add mod">
          <ac:chgData name="Yash Udayan Paritkar" userId="eb53e57d-c9de-423f-a2cd-d2e8bb3fdaa3" providerId="ADAL" clId="{293A44E3-7ED5-4B83-A0C1-54CEEA298C69}" dt="2024-11-22T18:27:14.619" v="2468" actId="1076"/>
          <ac:spMkLst>
            <pc:docMk/>
            <pc:sldMk cId="0" sldId="256"/>
            <ac:spMk id="365" creationId="{C4F1164A-D81A-F171-8398-4CDD46687064}"/>
          </ac:spMkLst>
        </pc:spChg>
        <pc:spChg chg="add mod">
          <ac:chgData name="Yash Udayan Paritkar" userId="eb53e57d-c9de-423f-a2cd-d2e8bb3fdaa3" providerId="ADAL" clId="{293A44E3-7ED5-4B83-A0C1-54CEEA298C69}" dt="2024-11-22T18:27:14.619" v="2468" actId="1076"/>
          <ac:spMkLst>
            <pc:docMk/>
            <pc:sldMk cId="0" sldId="256"/>
            <ac:spMk id="366" creationId="{DFDD5FC9-CC05-0B66-7BA3-FA5F1695F2D4}"/>
          </ac:spMkLst>
        </pc:spChg>
        <pc:spChg chg="add mod">
          <ac:chgData name="Yash Udayan Paritkar" userId="eb53e57d-c9de-423f-a2cd-d2e8bb3fdaa3" providerId="ADAL" clId="{293A44E3-7ED5-4B83-A0C1-54CEEA298C69}" dt="2024-11-22T18:27:14.619" v="2468" actId="1076"/>
          <ac:spMkLst>
            <pc:docMk/>
            <pc:sldMk cId="0" sldId="256"/>
            <ac:spMk id="367" creationId="{92C4A8E9-7A41-AA19-263E-167D9504BC76}"/>
          </ac:spMkLst>
        </pc:spChg>
        <pc:spChg chg="add mod">
          <ac:chgData name="Yash Udayan Paritkar" userId="eb53e57d-c9de-423f-a2cd-d2e8bb3fdaa3" providerId="ADAL" clId="{293A44E3-7ED5-4B83-A0C1-54CEEA298C69}" dt="2024-11-22T18:34:30.658" v="2623" actId="20577"/>
          <ac:spMkLst>
            <pc:docMk/>
            <pc:sldMk cId="0" sldId="256"/>
            <ac:spMk id="368" creationId="{E899CDB5-2F45-4552-D17A-D83B18C8D560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369" creationId="{13FD84B0-9E40-C44C-C44A-1A25BCACA00B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370" creationId="{A9ECCCE3-B07A-E733-D368-AF4727951EF5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371" creationId="{3A9859DE-F248-5B20-C30D-127B9D5BD3B0}"/>
          </ac:spMkLst>
        </pc:spChg>
        <pc:spChg chg="add mod">
          <ac:chgData name="Yash Udayan Paritkar" userId="eb53e57d-c9de-423f-a2cd-d2e8bb3fdaa3" providerId="ADAL" clId="{293A44E3-7ED5-4B83-A0C1-54CEEA298C69}" dt="2024-11-22T18:28:03.036" v="2488" actId="1076"/>
          <ac:spMkLst>
            <pc:docMk/>
            <pc:sldMk cId="0" sldId="256"/>
            <ac:spMk id="372" creationId="{F6D87267-A308-F693-C4E1-4FC2D48B3148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373" creationId="{82ACF2CE-401A-ED4D-48B6-A565FC81EAE2}"/>
          </ac:spMkLst>
        </pc:spChg>
        <pc:spChg chg="add mod">
          <ac:chgData name="Yash Udayan Paritkar" userId="eb53e57d-c9de-423f-a2cd-d2e8bb3fdaa3" providerId="ADAL" clId="{293A44E3-7ED5-4B83-A0C1-54CEEA298C69}" dt="2024-11-22T18:21:45.525" v="2100" actId="1076"/>
          <ac:spMkLst>
            <pc:docMk/>
            <pc:sldMk cId="0" sldId="256"/>
            <ac:spMk id="374" creationId="{CEFAE8DB-CD9D-20DB-4790-8A62B3DA39C1}"/>
          </ac:spMkLst>
        </pc:spChg>
        <pc:spChg chg="add mod">
          <ac:chgData name="Yash Udayan Paritkar" userId="eb53e57d-c9de-423f-a2cd-d2e8bb3fdaa3" providerId="ADAL" clId="{293A44E3-7ED5-4B83-A0C1-54CEEA298C69}" dt="2024-11-22T18:27:14.619" v="2468" actId="1076"/>
          <ac:spMkLst>
            <pc:docMk/>
            <pc:sldMk cId="0" sldId="256"/>
            <ac:spMk id="375" creationId="{FD1B8481-6BD4-AD9E-119B-83A126C01BB9}"/>
          </ac:spMkLst>
        </pc:spChg>
        <pc:spChg chg="add mod">
          <ac:chgData name="Yash Udayan Paritkar" userId="eb53e57d-c9de-423f-a2cd-d2e8bb3fdaa3" providerId="ADAL" clId="{293A44E3-7ED5-4B83-A0C1-54CEEA298C69}" dt="2024-11-22T18:27:14.619" v="2468" actId="1076"/>
          <ac:spMkLst>
            <pc:docMk/>
            <pc:sldMk cId="0" sldId="256"/>
            <ac:spMk id="376" creationId="{9669DDDD-1B98-D3D3-257C-2FF7997767AD}"/>
          </ac:spMkLst>
        </pc:spChg>
        <pc:spChg chg="add mod">
          <ac:chgData name="Yash Udayan Paritkar" userId="eb53e57d-c9de-423f-a2cd-d2e8bb3fdaa3" providerId="ADAL" clId="{293A44E3-7ED5-4B83-A0C1-54CEEA298C69}" dt="2024-11-22T18:36:24.681" v="2791" actId="20577"/>
          <ac:spMkLst>
            <pc:docMk/>
            <pc:sldMk cId="0" sldId="256"/>
            <ac:spMk id="377" creationId="{8AB9412A-61E4-78AC-2823-02AE8F6AFF1F}"/>
          </ac:spMkLst>
        </pc:spChg>
        <pc:spChg chg="add mod">
          <ac:chgData name="Yash Udayan Paritkar" userId="eb53e57d-c9de-423f-a2cd-d2e8bb3fdaa3" providerId="ADAL" clId="{293A44E3-7ED5-4B83-A0C1-54CEEA298C69}" dt="2024-11-22T18:23:37.201" v="2113"/>
          <ac:spMkLst>
            <pc:docMk/>
            <pc:sldMk cId="0" sldId="256"/>
            <ac:spMk id="381" creationId="{20E09F84-E9C0-02E6-71D6-B9602B879A70}"/>
          </ac:spMkLst>
        </pc:spChg>
        <pc:spChg chg="add mod">
          <ac:chgData name="Yash Udayan Paritkar" userId="eb53e57d-c9de-423f-a2cd-d2e8bb3fdaa3" providerId="ADAL" clId="{293A44E3-7ED5-4B83-A0C1-54CEEA298C69}" dt="2024-11-22T18:23:37.201" v="2113"/>
          <ac:spMkLst>
            <pc:docMk/>
            <pc:sldMk cId="0" sldId="256"/>
            <ac:spMk id="382" creationId="{C7677CE0-2F76-B566-E5F4-D4F423B45AF5}"/>
          </ac:spMkLst>
        </pc:spChg>
        <pc:spChg chg="add mod">
          <ac:chgData name="Yash Udayan Paritkar" userId="eb53e57d-c9de-423f-a2cd-d2e8bb3fdaa3" providerId="ADAL" clId="{293A44E3-7ED5-4B83-A0C1-54CEEA298C69}" dt="2024-11-22T18:23:37.201" v="2113"/>
          <ac:spMkLst>
            <pc:docMk/>
            <pc:sldMk cId="0" sldId="256"/>
            <ac:spMk id="383" creationId="{8CB2B0DC-3441-CAD4-6C3E-A4207730451A}"/>
          </ac:spMkLst>
        </pc:spChg>
        <pc:spChg chg="add mod">
          <ac:chgData name="Yash Udayan Paritkar" userId="eb53e57d-c9de-423f-a2cd-d2e8bb3fdaa3" providerId="ADAL" clId="{293A44E3-7ED5-4B83-A0C1-54CEEA298C69}" dt="2024-11-22T18:23:37.201" v="2113"/>
          <ac:spMkLst>
            <pc:docMk/>
            <pc:sldMk cId="0" sldId="256"/>
            <ac:spMk id="384" creationId="{B6BD3F9C-C814-0EC3-DB5F-8C10282A92F2}"/>
          </ac:spMkLst>
        </pc:spChg>
        <pc:spChg chg="add mod">
          <ac:chgData name="Yash Udayan Paritkar" userId="eb53e57d-c9de-423f-a2cd-d2e8bb3fdaa3" providerId="ADAL" clId="{293A44E3-7ED5-4B83-A0C1-54CEEA298C69}" dt="2024-11-22T18:23:37.201" v="2113"/>
          <ac:spMkLst>
            <pc:docMk/>
            <pc:sldMk cId="0" sldId="256"/>
            <ac:spMk id="385" creationId="{0F690D4E-548D-F6DA-17C5-444CFE220CEB}"/>
          </ac:spMkLst>
        </pc:spChg>
        <pc:spChg chg="add mod">
          <ac:chgData name="Yash Udayan Paritkar" userId="eb53e57d-c9de-423f-a2cd-d2e8bb3fdaa3" providerId="ADAL" clId="{293A44E3-7ED5-4B83-A0C1-54CEEA298C69}" dt="2024-11-22T18:23:37.201" v="2113"/>
          <ac:spMkLst>
            <pc:docMk/>
            <pc:sldMk cId="0" sldId="256"/>
            <ac:spMk id="386" creationId="{80EC6BBA-E893-D960-0391-1365AAA236C9}"/>
          </ac:spMkLst>
        </pc:spChg>
        <pc:spChg chg="add mod">
          <ac:chgData name="Yash Udayan Paritkar" userId="eb53e57d-c9de-423f-a2cd-d2e8bb3fdaa3" providerId="ADAL" clId="{293A44E3-7ED5-4B83-A0C1-54CEEA298C69}" dt="2024-11-22T18:23:37.201" v="2113"/>
          <ac:spMkLst>
            <pc:docMk/>
            <pc:sldMk cId="0" sldId="256"/>
            <ac:spMk id="387" creationId="{6156845E-7A67-E6E7-D2A4-747787ECFDA4}"/>
          </ac:spMkLst>
        </pc:spChg>
        <pc:spChg chg="add mod">
          <ac:chgData name="Yash Udayan Paritkar" userId="eb53e57d-c9de-423f-a2cd-d2e8bb3fdaa3" providerId="ADAL" clId="{293A44E3-7ED5-4B83-A0C1-54CEEA298C69}" dt="2024-11-22T18:23:37.201" v="2113"/>
          <ac:spMkLst>
            <pc:docMk/>
            <pc:sldMk cId="0" sldId="256"/>
            <ac:spMk id="388" creationId="{E99A318D-5D61-666D-6339-343C30FD0F26}"/>
          </ac:spMkLst>
        </pc:spChg>
        <pc:spChg chg="add mod">
          <ac:chgData name="Yash Udayan Paritkar" userId="eb53e57d-c9de-423f-a2cd-d2e8bb3fdaa3" providerId="ADAL" clId="{293A44E3-7ED5-4B83-A0C1-54CEEA298C69}" dt="2024-11-22T18:23:37.201" v="2113"/>
          <ac:spMkLst>
            <pc:docMk/>
            <pc:sldMk cId="0" sldId="256"/>
            <ac:spMk id="389" creationId="{BE292E4E-2DDE-1775-26BB-5C08BAEA9132}"/>
          </ac:spMkLst>
        </pc:spChg>
        <pc:spChg chg="add mod">
          <ac:chgData name="Yash Udayan Paritkar" userId="eb53e57d-c9de-423f-a2cd-d2e8bb3fdaa3" providerId="ADAL" clId="{293A44E3-7ED5-4B83-A0C1-54CEEA298C69}" dt="2024-11-22T18:23:37.201" v="2113"/>
          <ac:spMkLst>
            <pc:docMk/>
            <pc:sldMk cId="0" sldId="256"/>
            <ac:spMk id="390" creationId="{16C420D7-B675-2456-EA47-E1FDB07F662F}"/>
          </ac:spMkLst>
        </pc:spChg>
        <pc:spChg chg="add mod">
          <ac:chgData name="Yash Udayan Paritkar" userId="eb53e57d-c9de-423f-a2cd-d2e8bb3fdaa3" providerId="ADAL" clId="{293A44E3-7ED5-4B83-A0C1-54CEEA298C69}" dt="2024-11-22T18:23:37.201" v="2113"/>
          <ac:spMkLst>
            <pc:docMk/>
            <pc:sldMk cId="0" sldId="256"/>
            <ac:spMk id="391" creationId="{4611BC6F-E6C6-1AB4-A86D-99A74F967D70}"/>
          </ac:spMkLst>
        </pc:spChg>
        <pc:spChg chg="add mod">
          <ac:chgData name="Yash Udayan Paritkar" userId="eb53e57d-c9de-423f-a2cd-d2e8bb3fdaa3" providerId="ADAL" clId="{293A44E3-7ED5-4B83-A0C1-54CEEA298C69}" dt="2024-11-22T18:23:37.201" v="2113"/>
          <ac:spMkLst>
            <pc:docMk/>
            <pc:sldMk cId="0" sldId="256"/>
            <ac:spMk id="392" creationId="{855FDFCD-7118-79B6-8BFF-BC889E468173}"/>
          </ac:spMkLst>
        </pc:spChg>
        <pc:spChg chg="add mod">
          <ac:chgData name="Yash Udayan Paritkar" userId="eb53e57d-c9de-423f-a2cd-d2e8bb3fdaa3" providerId="ADAL" clId="{293A44E3-7ED5-4B83-A0C1-54CEEA298C69}" dt="2024-11-22T18:23:37.201" v="2113"/>
          <ac:spMkLst>
            <pc:docMk/>
            <pc:sldMk cId="0" sldId="256"/>
            <ac:spMk id="393" creationId="{CEC6CBA9-3F13-3DEC-E48A-529F2B777195}"/>
          </ac:spMkLst>
        </pc:spChg>
        <pc:spChg chg="add mod">
          <ac:chgData name="Yash Udayan Paritkar" userId="eb53e57d-c9de-423f-a2cd-d2e8bb3fdaa3" providerId="ADAL" clId="{293A44E3-7ED5-4B83-A0C1-54CEEA298C69}" dt="2024-11-22T18:23:37.201" v="2113"/>
          <ac:spMkLst>
            <pc:docMk/>
            <pc:sldMk cId="0" sldId="256"/>
            <ac:spMk id="394" creationId="{B1BDD01E-27DC-6B7E-1E7F-B7076C8CB2D7}"/>
          </ac:spMkLst>
        </pc:spChg>
        <pc:spChg chg="add mod">
          <ac:chgData name="Yash Udayan Paritkar" userId="eb53e57d-c9de-423f-a2cd-d2e8bb3fdaa3" providerId="ADAL" clId="{293A44E3-7ED5-4B83-A0C1-54CEEA298C69}" dt="2024-11-22T18:23:37.201" v="2113"/>
          <ac:spMkLst>
            <pc:docMk/>
            <pc:sldMk cId="0" sldId="256"/>
            <ac:spMk id="395" creationId="{792EBB75-3994-4097-E551-955CE46937FE}"/>
          </ac:spMkLst>
        </pc:spChg>
        <pc:spChg chg="add mod">
          <ac:chgData name="Yash Udayan Paritkar" userId="eb53e57d-c9de-423f-a2cd-d2e8bb3fdaa3" providerId="ADAL" clId="{293A44E3-7ED5-4B83-A0C1-54CEEA298C69}" dt="2024-11-22T18:26:54.504" v="2467" actId="14100"/>
          <ac:spMkLst>
            <pc:docMk/>
            <pc:sldMk cId="0" sldId="256"/>
            <ac:spMk id="397" creationId="{D42B04B5-4AF7-B77F-4B4C-0DBB20774CDE}"/>
          </ac:spMkLst>
        </pc:spChg>
        <pc:spChg chg="add mod">
          <ac:chgData name="Yash Udayan Paritkar" userId="eb53e57d-c9de-423f-a2cd-d2e8bb3fdaa3" providerId="ADAL" clId="{293A44E3-7ED5-4B83-A0C1-54CEEA298C69}" dt="2024-11-22T18:24:07.534" v="2118" actId="14100"/>
          <ac:spMkLst>
            <pc:docMk/>
            <pc:sldMk cId="0" sldId="256"/>
            <ac:spMk id="398" creationId="{D110B8EB-44CA-AB56-E350-C654067511B6}"/>
          </ac:spMkLst>
        </pc:spChg>
        <pc:spChg chg="add mod">
          <ac:chgData name="Yash Udayan Paritkar" userId="eb53e57d-c9de-423f-a2cd-d2e8bb3fdaa3" providerId="ADAL" clId="{293A44E3-7ED5-4B83-A0C1-54CEEA298C69}" dt="2024-11-22T18:24:17.098" v="2130" actId="20577"/>
          <ac:spMkLst>
            <pc:docMk/>
            <pc:sldMk cId="0" sldId="256"/>
            <ac:spMk id="399" creationId="{A0122679-4F0F-E6A3-BBC5-7E5D607D68EC}"/>
          </ac:spMkLst>
        </pc:spChg>
        <pc:spChg chg="add mod">
          <ac:chgData name="Yash Udayan Paritkar" userId="eb53e57d-c9de-423f-a2cd-d2e8bb3fdaa3" providerId="ADAL" clId="{293A44E3-7ED5-4B83-A0C1-54CEEA298C69}" dt="2024-11-22T18:26:49.404" v="2466" actId="20577"/>
          <ac:spMkLst>
            <pc:docMk/>
            <pc:sldMk cId="0" sldId="256"/>
            <ac:spMk id="400" creationId="{A82D864E-94A0-83AA-506B-88752149F4B0}"/>
          </ac:spMkLst>
        </pc:spChg>
        <pc:spChg chg="add mod">
          <ac:chgData name="Yash Udayan Paritkar" userId="eb53e57d-c9de-423f-a2cd-d2e8bb3fdaa3" providerId="ADAL" clId="{293A44E3-7ED5-4B83-A0C1-54CEEA298C69}" dt="2024-11-22T18:28:22.695" v="2489"/>
          <ac:spMkLst>
            <pc:docMk/>
            <pc:sldMk cId="0" sldId="256"/>
            <ac:spMk id="401" creationId="{20C27B95-41F1-662F-339C-7C2B74D2972D}"/>
          </ac:spMkLst>
        </pc:spChg>
        <pc:spChg chg="add mod">
          <ac:chgData name="Yash Udayan Paritkar" userId="eb53e57d-c9de-423f-a2cd-d2e8bb3fdaa3" providerId="ADAL" clId="{293A44E3-7ED5-4B83-A0C1-54CEEA298C69}" dt="2024-11-22T18:28:22.695" v="2489"/>
          <ac:spMkLst>
            <pc:docMk/>
            <pc:sldMk cId="0" sldId="256"/>
            <ac:spMk id="402" creationId="{A0FEBEA6-9038-13A1-D379-96F5EE1BA65E}"/>
          </ac:spMkLst>
        </pc:spChg>
        <pc:spChg chg="add mod">
          <ac:chgData name="Yash Udayan Paritkar" userId="eb53e57d-c9de-423f-a2cd-d2e8bb3fdaa3" providerId="ADAL" clId="{293A44E3-7ED5-4B83-A0C1-54CEEA298C69}" dt="2024-11-22T18:28:22.695" v="2489"/>
          <ac:spMkLst>
            <pc:docMk/>
            <pc:sldMk cId="0" sldId="256"/>
            <ac:spMk id="403" creationId="{47AD1E80-3FC9-D37E-5BDA-437322411ECA}"/>
          </ac:spMkLst>
        </pc:spChg>
        <pc:spChg chg="add mod">
          <ac:chgData name="Yash Udayan Paritkar" userId="eb53e57d-c9de-423f-a2cd-d2e8bb3fdaa3" providerId="ADAL" clId="{293A44E3-7ED5-4B83-A0C1-54CEEA298C69}" dt="2024-11-22T18:36:13.959" v="2789" actId="14100"/>
          <ac:spMkLst>
            <pc:docMk/>
            <pc:sldMk cId="0" sldId="256"/>
            <ac:spMk id="405" creationId="{7D9A908C-6118-FF92-CA06-DDE699D8298F}"/>
          </ac:spMkLst>
        </pc:spChg>
        <pc:spChg chg="add mod">
          <ac:chgData name="Yash Udayan Paritkar" userId="eb53e57d-c9de-423f-a2cd-d2e8bb3fdaa3" providerId="ADAL" clId="{293A44E3-7ED5-4B83-A0C1-54CEEA298C69}" dt="2024-11-22T18:28:43.970" v="2491" actId="1076"/>
          <ac:spMkLst>
            <pc:docMk/>
            <pc:sldMk cId="0" sldId="256"/>
            <ac:spMk id="406" creationId="{8DDBF95C-082B-9872-27F6-3607BED09EE0}"/>
          </ac:spMkLst>
        </pc:spChg>
        <pc:spChg chg="add mod">
          <ac:chgData name="Yash Udayan Paritkar" userId="eb53e57d-c9de-423f-a2cd-d2e8bb3fdaa3" providerId="ADAL" clId="{293A44E3-7ED5-4B83-A0C1-54CEEA298C69}" dt="2024-11-22T18:29:06.648" v="2514" actId="20577"/>
          <ac:spMkLst>
            <pc:docMk/>
            <pc:sldMk cId="0" sldId="256"/>
            <ac:spMk id="407" creationId="{F00FB1CA-C87D-A91B-F730-6D4772409CE7}"/>
          </ac:spMkLst>
        </pc:spChg>
        <pc:spChg chg="add del">
          <ac:chgData name="Yash Udayan Paritkar" userId="eb53e57d-c9de-423f-a2cd-d2e8bb3fdaa3" providerId="ADAL" clId="{293A44E3-7ED5-4B83-A0C1-54CEEA298C69}" dt="2024-11-22T18:29:14.990" v="2520" actId="22"/>
          <ac:spMkLst>
            <pc:docMk/>
            <pc:sldMk cId="0" sldId="256"/>
            <ac:spMk id="409" creationId="{A42C5132-83CA-AC63-968F-956C28DBEDB0}"/>
          </ac:spMkLst>
        </pc:spChg>
        <pc:spChg chg="add mod">
          <ac:chgData name="Yash Udayan Paritkar" userId="eb53e57d-c9de-423f-a2cd-d2e8bb3fdaa3" providerId="ADAL" clId="{293A44E3-7ED5-4B83-A0C1-54CEEA298C69}" dt="2024-11-22T18:36:41.552" v="2808" actId="20577"/>
          <ac:spMkLst>
            <pc:docMk/>
            <pc:sldMk cId="0" sldId="256"/>
            <ac:spMk id="410" creationId="{7569289A-B6B6-02B7-FD9A-1D1C435A9C2D}"/>
          </ac:spMkLst>
        </pc:spChg>
        <pc:graphicFrameChg chg="del mod">
          <ac:chgData name="Yash Udayan Paritkar" userId="eb53e57d-c9de-423f-a2cd-d2e8bb3fdaa3" providerId="ADAL" clId="{293A44E3-7ED5-4B83-A0C1-54CEEA298C69}" dt="2024-11-22T16:53:37.440" v="3" actId="21"/>
          <ac:graphicFrameMkLst>
            <pc:docMk/>
            <pc:sldMk cId="0" sldId="256"/>
            <ac:graphicFrameMk id="124" creationId="{00000000-0000-0000-0000-000000000000}"/>
          </ac:graphicFrameMkLst>
        </pc:graphicFrameChg>
        <pc:graphicFrameChg chg="del mod">
          <ac:chgData name="Yash Udayan Paritkar" userId="eb53e57d-c9de-423f-a2cd-d2e8bb3fdaa3" providerId="ADAL" clId="{293A44E3-7ED5-4B83-A0C1-54CEEA298C69}" dt="2024-11-22T16:53:37.440" v="3" actId="21"/>
          <ac:graphicFrameMkLst>
            <pc:docMk/>
            <pc:sldMk cId="0" sldId="256"/>
            <ac:graphicFrameMk id="175" creationId="{00000000-0000-0000-0000-000000000000}"/>
          </ac:graphicFrameMkLst>
        </pc:graphicFrameChg>
        <pc:graphicFrameChg chg="del mod">
          <ac:chgData name="Yash Udayan Paritkar" userId="eb53e57d-c9de-423f-a2cd-d2e8bb3fdaa3" providerId="ADAL" clId="{293A44E3-7ED5-4B83-A0C1-54CEEA298C69}" dt="2024-11-22T16:53:37.440" v="3" actId="21"/>
          <ac:graphicFrameMkLst>
            <pc:docMk/>
            <pc:sldMk cId="0" sldId="256"/>
            <ac:graphicFrameMk id="194" creationId="{00000000-0000-0000-0000-000000000000}"/>
          </ac:graphicFrameMkLst>
        </pc:graphicFrameChg>
        <pc:graphicFrameChg chg="add del mod">
          <ac:chgData name="Yash Udayan Paritkar" userId="eb53e57d-c9de-423f-a2cd-d2e8bb3fdaa3" providerId="ADAL" clId="{293A44E3-7ED5-4B83-A0C1-54CEEA298C69}" dt="2024-11-22T17:02:44.399" v="232" actId="478"/>
          <ac:graphicFrameMkLst>
            <pc:docMk/>
            <pc:sldMk cId="0" sldId="256"/>
            <ac:graphicFrameMk id="222" creationId="{00000000-0000-0000-0000-000000000000}"/>
          </ac:graphicFrameMkLst>
        </pc:graphicFrameChg>
        <pc:graphicFrameChg chg="add del mod">
          <ac:chgData name="Yash Udayan Paritkar" userId="eb53e57d-c9de-423f-a2cd-d2e8bb3fdaa3" providerId="ADAL" clId="{293A44E3-7ED5-4B83-A0C1-54CEEA298C69}" dt="2024-11-22T17:02:19.705" v="220" actId="478"/>
          <ac:graphicFrameMkLst>
            <pc:docMk/>
            <pc:sldMk cId="0" sldId="256"/>
            <ac:graphicFrameMk id="273" creationId="{00000000-0000-0000-0000-000000000000}"/>
          </ac:graphicFrameMkLst>
        </pc:graphicFrameChg>
        <pc:graphicFrameChg chg="add del mod">
          <ac:chgData name="Yash Udayan Paritkar" userId="eb53e57d-c9de-423f-a2cd-d2e8bb3fdaa3" providerId="ADAL" clId="{293A44E3-7ED5-4B83-A0C1-54CEEA298C69}" dt="2024-11-22T17:07:17.074" v="254" actId="478"/>
          <ac:graphicFrameMkLst>
            <pc:docMk/>
            <pc:sldMk cId="0" sldId="256"/>
            <ac:graphicFrameMk id="292" creationId="{00000000-0000-0000-0000-000000000000}"/>
          </ac:graphicFrameMkLst>
        </pc:graphicFrameChg>
        <pc:graphicFrameChg chg="add mod modGraphic">
          <ac:chgData name="Yash Udayan Paritkar" userId="eb53e57d-c9de-423f-a2cd-d2e8bb3fdaa3" providerId="ADAL" clId="{293A44E3-7ED5-4B83-A0C1-54CEEA298C69}" dt="2024-11-22T18:27:14.619" v="2468" actId="1076"/>
          <ac:graphicFrameMkLst>
            <pc:docMk/>
            <pc:sldMk cId="0" sldId="256"/>
            <ac:graphicFrameMk id="380" creationId="{86391952-B75B-EF67-0199-D63277F1A45E}"/>
          </ac:graphicFrameMkLst>
        </pc:graphicFrameChg>
        <pc:graphicFrameChg chg="add mod">
          <ac:chgData name="Yash Udayan Paritkar" userId="eb53e57d-c9de-423f-a2cd-d2e8bb3fdaa3" providerId="ADAL" clId="{293A44E3-7ED5-4B83-A0C1-54CEEA298C69}" dt="2024-11-22T18:23:37.201" v="2113"/>
          <ac:graphicFrameMkLst>
            <pc:docMk/>
            <pc:sldMk cId="0" sldId="256"/>
            <ac:graphicFrameMk id="396" creationId="{16E14C02-1F9C-2F95-3449-0068A71F7796}"/>
          </ac:graphicFrameMkLst>
        </pc:graphicFrameChg>
        <pc:graphicFrameChg chg="add mod">
          <ac:chgData name="Yash Udayan Paritkar" userId="eb53e57d-c9de-423f-a2cd-d2e8bb3fdaa3" providerId="ADAL" clId="{293A44E3-7ED5-4B83-A0C1-54CEEA298C69}" dt="2024-11-22T18:28:22.695" v="2489"/>
          <ac:graphicFrameMkLst>
            <pc:docMk/>
            <pc:sldMk cId="0" sldId="256"/>
            <ac:graphicFrameMk id="404" creationId="{5F44DE36-9131-6B9D-E7C2-3C7712F6EB12}"/>
          </ac:graphicFrameMkLst>
        </pc:graphicFrameChg>
        <pc:picChg chg="add del mod">
          <ac:chgData name="Yash Udayan Paritkar" userId="eb53e57d-c9de-423f-a2cd-d2e8bb3fdaa3" providerId="ADAL" clId="{293A44E3-7ED5-4B83-A0C1-54CEEA298C69}" dt="2024-11-22T16:56:49.667" v="52" actId="478"/>
          <ac:picMkLst>
            <pc:docMk/>
            <pc:sldMk cId="0" sldId="256"/>
            <ac:picMk id="49" creationId="{00000000-0000-0000-0000-000000000000}"/>
          </ac:picMkLst>
        </pc:picChg>
        <pc:picChg chg="add mod">
          <ac:chgData name="Yash Udayan Paritkar" userId="eb53e57d-c9de-423f-a2cd-d2e8bb3fdaa3" providerId="ADAL" clId="{293A44E3-7ED5-4B83-A0C1-54CEEA298C69}" dt="2024-11-22T18:21:45.525" v="2100" actId="1076"/>
          <ac:picMkLst>
            <pc:docMk/>
            <pc:sldMk cId="0" sldId="256"/>
            <ac:picMk id="50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01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02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16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17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18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20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25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26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27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28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29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30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38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39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40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41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42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43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47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48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49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64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68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69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74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78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84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85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86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97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198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202" creationId="{00000000-0000-0000-0000-000000000000}"/>
          </ac:picMkLst>
        </pc:picChg>
        <pc:picChg chg="del mod">
          <ac:chgData name="Yash Udayan Paritkar" userId="eb53e57d-c9de-423f-a2cd-d2e8bb3fdaa3" providerId="ADAL" clId="{293A44E3-7ED5-4B83-A0C1-54CEEA298C69}" dt="2024-11-22T16:53:37.440" v="3" actId="21"/>
          <ac:picMkLst>
            <pc:docMk/>
            <pc:sldMk cId="0" sldId="256"/>
            <ac:picMk id="203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19.705" v="220" actId="478"/>
          <ac:picMkLst>
            <pc:docMk/>
            <pc:sldMk cId="0" sldId="256"/>
            <ac:picMk id="214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19.705" v="220" actId="478"/>
          <ac:picMkLst>
            <pc:docMk/>
            <pc:sldMk cId="0" sldId="256"/>
            <ac:picMk id="215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19.705" v="220" actId="478"/>
          <ac:picMkLst>
            <pc:docMk/>
            <pc:sldMk cId="0" sldId="256"/>
            <ac:picMk id="216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19.705" v="220" actId="478"/>
          <ac:picMkLst>
            <pc:docMk/>
            <pc:sldMk cId="0" sldId="256"/>
            <ac:picMk id="218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44.399" v="232" actId="478"/>
          <ac:picMkLst>
            <pc:docMk/>
            <pc:sldMk cId="0" sldId="256"/>
            <ac:picMk id="223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44.399" v="232" actId="478"/>
          <ac:picMkLst>
            <pc:docMk/>
            <pc:sldMk cId="0" sldId="256"/>
            <ac:picMk id="224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44.399" v="232" actId="478"/>
          <ac:picMkLst>
            <pc:docMk/>
            <pc:sldMk cId="0" sldId="256"/>
            <ac:picMk id="225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44.399" v="232" actId="478"/>
          <ac:picMkLst>
            <pc:docMk/>
            <pc:sldMk cId="0" sldId="256"/>
            <ac:picMk id="226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44.399" v="232" actId="478"/>
          <ac:picMkLst>
            <pc:docMk/>
            <pc:sldMk cId="0" sldId="256"/>
            <ac:picMk id="227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44.399" v="232" actId="478"/>
          <ac:picMkLst>
            <pc:docMk/>
            <pc:sldMk cId="0" sldId="256"/>
            <ac:picMk id="228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44.399" v="232" actId="478"/>
          <ac:picMkLst>
            <pc:docMk/>
            <pc:sldMk cId="0" sldId="256"/>
            <ac:picMk id="236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44.399" v="232" actId="478"/>
          <ac:picMkLst>
            <pc:docMk/>
            <pc:sldMk cId="0" sldId="256"/>
            <ac:picMk id="237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44.399" v="232" actId="478"/>
          <ac:picMkLst>
            <pc:docMk/>
            <pc:sldMk cId="0" sldId="256"/>
            <ac:picMk id="238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44.399" v="232" actId="478"/>
          <ac:picMkLst>
            <pc:docMk/>
            <pc:sldMk cId="0" sldId="256"/>
            <ac:picMk id="239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44.399" v="232" actId="478"/>
          <ac:picMkLst>
            <pc:docMk/>
            <pc:sldMk cId="0" sldId="256"/>
            <ac:picMk id="240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44.399" v="232" actId="478"/>
          <ac:picMkLst>
            <pc:docMk/>
            <pc:sldMk cId="0" sldId="256"/>
            <ac:picMk id="241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44.399" v="232" actId="478"/>
          <ac:picMkLst>
            <pc:docMk/>
            <pc:sldMk cId="0" sldId="256"/>
            <ac:picMk id="245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44.399" v="232" actId="478"/>
          <ac:picMkLst>
            <pc:docMk/>
            <pc:sldMk cId="0" sldId="256"/>
            <ac:picMk id="246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44.399" v="232" actId="478"/>
          <ac:picMkLst>
            <pc:docMk/>
            <pc:sldMk cId="0" sldId="256"/>
            <ac:picMk id="247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19.705" v="220" actId="478"/>
          <ac:picMkLst>
            <pc:docMk/>
            <pc:sldMk cId="0" sldId="256"/>
            <ac:picMk id="262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19.705" v="220" actId="478"/>
          <ac:picMkLst>
            <pc:docMk/>
            <pc:sldMk cId="0" sldId="256"/>
            <ac:picMk id="266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1:57.119" v="219" actId="478"/>
          <ac:picMkLst>
            <pc:docMk/>
            <pc:sldMk cId="0" sldId="256"/>
            <ac:picMk id="267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19.705" v="220" actId="478"/>
          <ac:picMkLst>
            <pc:docMk/>
            <pc:sldMk cId="0" sldId="256"/>
            <ac:picMk id="272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26.909" v="225" actId="478"/>
          <ac:picMkLst>
            <pc:docMk/>
            <pc:sldMk cId="0" sldId="256"/>
            <ac:picMk id="276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19.705" v="220" actId="478"/>
          <ac:picMkLst>
            <pc:docMk/>
            <pc:sldMk cId="0" sldId="256"/>
            <ac:picMk id="282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26.909" v="225" actId="478"/>
          <ac:picMkLst>
            <pc:docMk/>
            <pc:sldMk cId="0" sldId="256"/>
            <ac:picMk id="283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26.909" v="225" actId="478"/>
          <ac:picMkLst>
            <pc:docMk/>
            <pc:sldMk cId="0" sldId="256"/>
            <ac:picMk id="284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7:17.074" v="254" actId="478"/>
          <ac:picMkLst>
            <pc:docMk/>
            <pc:sldMk cId="0" sldId="256"/>
            <ac:picMk id="295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7:17.074" v="254" actId="478"/>
          <ac:picMkLst>
            <pc:docMk/>
            <pc:sldMk cId="0" sldId="256"/>
            <ac:picMk id="296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19.705" v="220" actId="478"/>
          <ac:picMkLst>
            <pc:docMk/>
            <pc:sldMk cId="0" sldId="256"/>
            <ac:picMk id="300" creationId="{00000000-0000-0000-0000-000000000000}"/>
          </ac:picMkLst>
        </pc:picChg>
        <pc:picChg chg="add del mod">
          <ac:chgData name="Yash Udayan Paritkar" userId="eb53e57d-c9de-423f-a2cd-d2e8bb3fdaa3" providerId="ADAL" clId="{293A44E3-7ED5-4B83-A0C1-54CEEA298C69}" dt="2024-11-22T17:02:19.705" v="220" actId="478"/>
          <ac:picMkLst>
            <pc:docMk/>
            <pc:sldMk cId="0" sldId="256"/>
            <ac:picMk id="301" creationId="{00000000-0000-0000-0000-000000000000}"/>
          </ac:picMkLst>
        </pc:picChg>
        <pc:picChg chg="add mod">
          <ac:chgData name="Yash Udayan Paritkar" userId="eb53e57d-c9de-423f-a2cd-d2e8bb3fdaa3" providerId="ADAL" clId="{293A44E3-7ED5-4B83-A0C1-54CEEA298C69}" dt="2024-11-22T16:54:42.400" v="18"/>
          <ac:picMkLst>
            <pc:docMk/>
            <pc:sldMk cId="0" sldId="256"/>
            <ac:picMk id="302" creationId="{6A9C0566-9493-8C10-E9BD-97EA1660745E}"/>
          </ac:picMkLst>
        </pc:picChg>
        <pc:picChg chg="add mod">
          <ac:chgData name="Yash Udayan Paritkar" userId="eb53e57d-c9de-423f-a2cd-d2e8bb3fdaa3" providerId="ADAL" clId="{293A44E3-7ED5-4B83-A0C1-54CEEA298C69}" dt="2024-11-22T16:56:39.045" v="48"/>
          <ac:picMkLst>
            <pc:docMk/>
            <pc:sldMk cId="0" sldId="256"/>
            <ac:picMk id="303" creationId="{D4E97365-03BF-C6B7-C85A-0D1B7ACB25D3}"/>
          </ac:picMkLst>
        </pc:picChg>
        <pc:picChg chg="add mod">
          <ac:chgData name="Yash Udayan Paritkar" userId="eb53e57d-c9de-423f-a2cd-d2e8bb3fdaa3" providerId="ADAL" clId="{293A44E3-7ED5-4B83-A0C1-54CEEA298C69}" dt="2024-11-22T18:21:45.525" v="2100" actId="1076"/>
          <ac:picMkLst>
            <pc:docMk/>
            <pc:sldMk cId="0" sldId="256"/>
            <ac:picMk id="379" creationId="{7050329A-4755-7945-B5CA-6C1A45D5EB25}"/>
          </ac:picMkLst>
        </pc:picChg>
        <pc:cxnChg chg="add del mod">
          <ac:chgData name="Yash Udayan Paritkar" userId="eb53e57d-c9de-423f-a2cd-d2e8bb3fdaa3" providerId="ADAL" clId="{293A44E3-7ED5-4B83-A0C1-54CEEA298C69}" dt="2024-11-22T17:02:19.705" v="220" actId="478"/>
          <ac:cxnSpMkLst>
            <pc:docMk/>
            <pc:sldMk cId="0" sldId="256"/>
            <ac:cxnSpMk id="27" creationId="{00000000-0000-0000-0000-000000000000}"/>
          </ac:cxnSpMkLst>
        </pc:cxnChg>
        <pc:cxnChg chg="add del mod">
          <ac:chgData name="Yash Udayan Paritkar" userId="eb53e57d-c9de-423f-a2cd-d2e8bb3fdaa3" providerId="ADAL" clId="{293A44E3-7ED5-4B83-A0C1-54CEEA298C69}" dt="2024-11-22T17:02:19.705" v="220" actId="478"/>
          <ac:cxnSpMkLst>
            <pc:docMk/>
            <pc:sldMk cId="0" sldId="256"/>
            <ac:cxnSpMk id="31" creationId="{00000000-0000-0000-0000-000000000000}"/>
          </ac:cxnSpMkLst>
        </pc:cxnChg>
        <pc:cxnChg chg="del mod">
          <ac:chgData name="Yash Udayan Paritkar" userId="eb53e57d-c9de-423f-a2cd-d2e8bb3fdaa3" providerId="ADAL" clId="{293A44E3-7ED5-4B83-A0C1-54CEEA298C69}" dt="2024-11-22T16:53:37.440" v="3" actId="21"/>
          <ac:cxnSpMkLst>
            <pc:docMk/>
            <pc:sldMk cId="0" sldId="256"/>
            <ac:cxnSpMk id="79" creationId="{00000000-0000-0000-0000-000000000000}"/>
          </ac:cxnSpMkLst>
        </pc:cxnChg>
        <pc:cxnChg chg="del mod">
          <ac:chgData name="Yash Udayan Paritkar" userId="eb53e57d-c9de-423f-a2cd-d2e8bb3fdaa3" providerId="ADAL" clId="{293A44E3-7ED5-4B83-A0C1-54CEEA298C69}" dt="2024-11-22T16:53:37.440" v="3" actId="21"/>
          <ac:cxnSpMkLst>
            <pc:docMk/>
            <pc:sldMk cId="0" sldId="256"/>
            <ac:cxnSpMk id="83" creationId="{00000000-0000-0000-0000-000000000000}"/>
          </ac:cxnSpMkLst>
        </pc:cxnChg>
      </pc:sldChg>
      <pc:sldMasterChg chg="modSp modSldLayout">
        <pc:chgData name="Yash Udayan Paritkar" userId="eb53e57d-c9de-423f-a2cd-d2e8bb3fdaa3" providerId="ADAL" clId="{293A44E3-7ED5-4B83-A0C1-54CEEA298C69}" dt="2024-11-22T16:53:14.547" v="0"/>
        <pc:sldMasterMkLst>
          <pc:docMk/>
          <pc:sldMasterMk cId="0" sldId="2147483659"/>
        </pc:sldMasterMkLst>
        <pc:spChg chg="mod">
          <ac:chgData name="Yash Udayan Paritkar" userId="eb53e57d-c9de-423f-a2cd-d2e8bb3fdaa3" providerId="ADAL" clId="{293A44E3-7ED5-4B83-A0C1-54CEEA298C69}" dt="2024-11-22T16:53:14.547" v="0"/>
          <ac:spMkLst>
            <pc:docMk/>
            <pc:sldMasterMk cId="0" sldId="2147483659"/>
            <ac:spMk id="6" creationId="{00000000-0000-0000-0000-000000000000}"/>
          </ac:spMkLst>
        </pc:spChg>
        <pc:spChg chg="mod">
          <ac:chgData name="Yash Udayan Paritkar" userId="eb53e57d-c9de-423f-a2cd-d2e8bb3fdaa3" providerId="ADAL" clId="{293A44E3-7ED5-4B83-A0C1-54CEEA298C69}" dt="2024-11-22T16:53:14.547" v="0"/>
          <ac:spMkLst>
            <pc:docMk/>
            <pc:sldMasterMk cId="0" sldId="2147483659"/>
            <ac:spMk id="7" creationId="{00000000-0000-0000-0000-000000000000}"/>
          </ac:spMkLst>
        </pc:spChg>
        <pc:spChg chg="mod">
          <ac:chgData name="Yash Udayan Paritkar" userId="eb53e57d-c9de-423f-a2cd-d2e8bb3fdaa3" providerId="ADAL" clId="{293A44E3-7ED5-4B83-A0C1-54CEEA298C69}" dt="2024-11-22T16:53:14.547" v="0"/>
          <ac:spMkLst>
            <pc:docMk/>
            <pc:sldMasterMk cId="0" sldId="2147483659"/>
            <ac:spMk id="8" creationId="{00000000-0000-0000-0000-000000000000}"/>
          </ac:spMkLst>
        </pc:spChg>
        <pc:sldLayoutChg chg="modSp">
          <pc:chgData name="Yash Udayan Paritkar" userId="eb53e57d-c9de-423f-a2cd-d2e8bb3fdaa3" providerId="ADAL" clId="{293A44E3-7ED5-4B83-A0C1-54CEEA298C69}" dt="2024-11-22T16:53:14.547" v="0"/>
          <pc:sldLayoutMkLst>
            <pc:docMk/>
            <pc:sldMasterMk cId="0" sldId="2147483659"/>
            <pc:sldLayoutMk cId="0" sldId="2147483648"/>
          </pc:sldLayoutMkLst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48"/>
              <ac:spMk id="10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48"/>
              <ac:spMk id="11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48"/>
              <ac:spMk id="12" creationId="{00000000-0000-0000-0000-000000000000}"/>
            </ac:spMkLst>
          </pc:spChg>
        </pc:sldLayoutChg>
        <pc:sldLayoutChg chg="modSp">
          <pc:chgData name="Yash Udayan Paritkar" userId="eb53e57d-c9de-423f-a2cd-d2e8bb3fdaa3" providerId="ADAL" clId="{293A44E3-7ED5-4B83-A0C1-54CEEA298C69}" dt="2024-11-22T16:53:14.547" v="0"/>
          <pc:sldLayoutMkLst>
            <pc:docMk/>
            <pc:sldMasterMk cId="0" sldId="2147483659"/>
            <pc:sldLayoutMk cId="0" sldId="2147483649"/>
          </pc:sldLayoutMkLst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49"/>
              <ac:spMk id="14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49"/>
              <ac:spMk id="15" creationId="{00000000-0000-0000-0000-000000000000}"/>
            </ac:spMkLst>
          </pc:spChg>
        </pc:sldLayoutChg>
        <pc:sldLayoutChg chg="modSp">
          <pc:chgData name="Yash Udayan Paritkar" userId="eb53e57d-c9de-423f-a2cd-d2e8bb3fdaa3" providerId="ADAL" clId="{293A44E3-7ED5-4B83-A0C1-54CEEA298C69}" dt="2024-11-22T16:53:14.547" v="0"/>
          <pc:sldLayoutMkLst>
            <pc:docMk/>
            <pc:sldMasterMk cId="0" sldId="2147483659"/>
            <pc:sldLayoutMk cId="0" sldId="2147483650"/>
          </pc:sldLayoutMkLst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0"/>
              <ac:spMk id="17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0"/>
              <ac:spMk id="18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0"/>
              <ac:spMk id="19" creationId="{00000000-0000-0000-0000-000000000000}"/>
            </ac:spMkLst>
          </pc:spChg>
        </pc:sldLayoutChg>
        <pc:sldLayoutChg chg="modSp">
          <pc:chgData name="Yash Udayan Paritkar" userId="eb53e57d-c9de-423f-a2cd-d2e8bb3fdaa3" providerId="ADAL" clId="{293A44E3-7ED5-4B83-A0C1-54CEEA298C69}" dt="2024-11-22T16:53:14.547" v="0"/>
          <pc:sldLayoutMkLst>
            <pc:docMk/>
            <pc:sldMasterMk cId="0" sldId="2147483659"/>
            <pc:sldLayoutMk cId="0" sldId="2147483651"/>
          </pc:sldLayoutMkLst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1"/>
              <ac:spMk id="21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1"/>
              <ac:spMk id="22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1"/>
              <ac:spMk id="23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1"/>
              <ac:spMk id="24" creationId="{00000000-0000-0000-0000-000000000000}"/>
            </ac:spMkLst>
          </pc:spChg>
        </pc:sldLayoutChg>
        <pc:sldLayoutChg chg="modSp">
          <pc:chgData name="Yash Udayan Paritkar" userId="eb53e57d-c9de-423f-a2cd-d2e8bb3fdaa3" providerId="ADAL" clId="{293A44E3-7ED5-4B83-A0C1-54CEEA298C69}" dt="2024-11-22T16:53:14.547" v="0"/>
          <pc:sldLayoutMkLst>
            <pc:docMk/>
            <pc:sldMasterMk cId="0" sldId="2147483659"/>
            <pc:sldLayoutMk cId="0" sldId="2147483652"/>
          </pc:sldLayoutMkLst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2"/>
              <ac:spMk id="26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2"/>
              <ac:spMk id="27" creationId="{00000000-0000-0000-0000-000000000000}"/>
            </ac:spMkLst>
          </pc:spChg>
        </pc:sldLayoutChg>
        <pc:sldLayoutChg chg="modSp">
          <pc:chgData name="Yash Udayan Paritkar" userId="eb53e57d-c9de-423f-a2cd-d2e8bb3fdaa3" providerId="ADAL" clId="{293A44E3-7ED5-4B83-A0C1-54CEEA298C69}" dt="2024-11-22T16:53:14.547" v="0"/>
          <pc:sldLayoutMkLst>
            <pc:docMk/>
            <pc:sldMasterMk cId="0" sldId="2147483659"/>
            <pc:sldLayoutMk cId="0" sldId="2147483653"/>
          </pc:sldLayoutMkLst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3"/>
              <ac:spMk id="29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3"/>
              <ac:spMk id="30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3"/>
              <ac:spMk id="31" creationId="{00000000-0000-0000-0000-000000000000}"/>
            </ac:spMkLst>
          </pc:spChg>
        </pc:sldLayoutChg>
        <pc:sldLayoutChg chg="modSp">
          <pc:chgData name="Yash Udayan Paritkar" userId="eb53e57d-c9de-423f-a2cd-d2e8bb3fdaa3" providerId="ADAL" clId="{293A44E3-7ED5-4B83-A0C1-54CEEA298C69}" dt="2024-11-22T16:53:14.547" v="0"/>
          <pc:sldLayoutMkLst>
            <pc:docMk/>
            <pc:sldMasterMk cId="0" sldId="2147483659"/>
            <pc:sldLayoutMk cId="0" sldId="2147483654"/>
          </pc:sldLayoutMkLst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4"/>
              <ac:spMk id="33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4"/>
              <ac:spMk id="34" creationId="{00000000-0000-0000-0000-000000000000}"/>
            </ac:spMkLst>
          </pc:spChg>
        </pc:sldLayoutChg>
        <pc:sldLayoutChg chg="modSp">
          <pc:chgData name="Yash Udayan Paritkar" userId="eb53e57d-c9de-423f-a2cd-d2e8bb3fdaa3" providerId="ADAL" clId="{293A44E3-7ED5-4B83-A0C1-54CEEA298C69}" dt="2024-11-22T16:53:14.547" v="0"/>
          <pc:sldLayoutMkLst>
            <pc:docMk/>
            <pc:sldMasterMk cId="0" sldId="2147483659"/>
            <pc:sldLayoutMk cId="0" sldId="2147483655"/>
          </pc:sldLayoutMkLst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5"/>
              <ac:spMk id="36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5"/>
              <ac:spMk id="37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5"/>
              <ac:spMk id="38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5"/>
              <ac:spMk id="39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5"/>
              <ac:spMk id="40" creationId="{00000000-0000-0000-0000-000000000000}"/>
            </ac:spMkLst>
          </pc:spChg>
        </pc:sldLayoutChg>
        <pc:sldLayoutChg chg="modSp">
          <pc:chgData name="Yash Udayan Paritkar" userId="eb53e57d-c9de-423f-a2cd-d2e8bb3fdaa3" providerId="ADAL" clId="{293A44E3-7ED5-4B83-A0C1-54CEEA298C69}" dt="2024-11-22T16:53:14.547" v="0"/>
          <pc:sldLayoutMkLst>
            <pc:docMk/>
            <pc:sldMasterMk cId="0" sldId="2147483659"/>
            <pc:sldLayoutMk cId="0" sldId="2147483656"/>
          </pc:sldLayoutMkLst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6"/>
              <ac:spMk id="42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6"/>
              <ac:spMk id="43" creationId="{00000000-0000-0000-0000-000000000000}"/>
            </ac:spMkLst>
          </pc:spChg>
        </pc:sldLayoutChg>
        <pc:sldLayoutChg chg="modSp">
          <pc:chgData name="Yash Udayan Paritkar" userId="eb53e57d-c9de-423f-a2cd-d2e8bb3fdaa3" providerId="ADAL" clId="{293A44E3-7ED5-4B83-A0C1-54CEEA298C69}" dt="2024-11-22T16:53:14.547" v="0"/>
          <pc:sldLayoutMkLst>
            <pc:docMk/>
            <pc:sldMasterMk cId="0" sldId="2147483659"/>
            <pc:sldLayoutMk cId="0" sldId="2147483657"/>
          </pc:sldLayoutMkLst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7"/>
              <ac:spMk id="45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7"/>
              <ac:spMk id="46" creationId="{00000000-0000-0000-0000-000000000000}"/>
            </ac:spMkLst>
          </pc:spChg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7"/>
              <ac:spMk id="47" creationId="{00000000-0000-0000-0000-000000000000}"/>
            </ac:spMkLst>
          </pc:spChg>
        </pc:sldLayoutChg>
        <pc:sldLayoutChg chg="modSp">
          <pc:chgData name="Yash Udayan Paritkar" userId="eb53e57d-c9de-423f-a2cd-d2e8bb3fdaa3" providerId="ADAL" clId="{293A44E3-7ED5-4B83-A0C1-54CEEA298C69}" dt="2024-11-22T16:53:14.547" v="0"/>
          <pc:sldLayoutMkLst>
            <pc:docMk/>
            <pc:sldMasterMk cId="0" sldId="2147483659"/>
            <pc:sldLayoutMk cId="0" sldId="2147483658"/>
          </pc:sldLayoutMkLst>
          <pc:spChg chg="mod">
            <ac:chgData name="Yash Udayan Paritkar" userId="eb53e57d-c9de-423f-a2cd-d2e8bb3fdaa3" providerId="ADAL" clId="{293A44E3-7ED5-4B83-A0C1-54CEEA298C69}" dt="2024-11-22T16:53:14.547" v="0"/>
            <ac:spMkLst>
              <pc:docMk/>
              <pc:sldMasterMk cId="0" sldId="2147483659"/>
              <pc:sldLayoutMk cId="0" sldId="2147483658"/>
              <ac:spMk id="49" creationId="{00000000-0000-0000-0000-000000000000}"/>
            </ac:spMkLst>
          </pc:spChg>
        </pc:sldLayoutChg>
      </pc:sldMaster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ED4670-AFDB-4B03-A239-CCB0D9344A23}" type="doc">
      <dgm:prSet loTypeId="urn:microsoft.com/office/officeart/2005/8/layout/process1" loCatId="process" qsTypeId="urn:microsoft.com/office/officeart/2005/8/quickstyle/simple1" qsCatId="simple" csTypeId="urn:microsoft.com/office/officeart/2005/8/colors/accent1_2" csCatId="accent1" phldr="1"/>
      <dgm:spPr/>
    </dgm:pt>
    <dgm:pt modelId="{CA1F5A89-76C8-49CC-9021-2DCA2C5CF421}">
      <dgm:prSet phldrT="[Text]" custT="1"/>
      <dgm:spPr>
        <a:solidFill>
          <a:srgbClr val="1B3D6C"/>
        </a:solidFill>
        <a:ln>
          <a:solidFill>
            <a:srgbClr val="1B3D6C"/>
          </a:solidFill>
        </a:ln>
      </dgm:spPr>
      <dgm:t>
        <a:bodyPr/>
        <a:lstStyle/>
        <a:p>
          <a:r>
            <a:rPr lang="en-IN" sz="2400" dirty="0"/>
            <a:t>Primary Model Data</a:t>
          </a:r>
        </a:p>
      </dgm:t>
    </dgm:pt>
    <dgm:pt modelId="{B3EE1AE8-9D54-4180-9038-57387B343F4D}" type="parTrans" cxnId="{15EC3064-E7AA-450D-87EC-F1D6FA32562F}">
      <dgm:prSet/>
      <dgm:spPr/>
      <dgm:t>
        <a:bodyPr/>
        <a:lstStyle/>
        <a:p>
          <a:endParaRPr lang="en-IN"/>
        </a:p>
      </dgm:t>
    </dgm:pt>
    <dgm:pt modelId="{E917440A-97B6-4A79-89E8-6430882395A4}" type="sibTrans" cxnId="{15EC3064-E7AA-450D-87EC-F1D6FA32562F}">
      <dgm:prSet/>
      <dgm:spPr>
        <a:solidFill>
          <a:schemeClr val="tx1"/>
        </a:solidFill>
      </dgm:spPr>
      <dgm:t>
        <a:bodyPr/>
        <a:lstStyle/>
        <a:p>
          <a:endParaRPr lang="en-IN"/>
        </a:p>
      </dgm:t>
    </dgm:pt>
    <dgm:pt modelId="{8D48C0BB-7E31-46F8-A1FF-C5A2314FC3C5}">
      <dgm:prSet phldrT="[Text]" custT="1"/>
      <dgm:spPr>
        <a:solidFill>
          <a:srgbClr val="1B3D6C"/>
        </a:solidFill>
        <a:ln>
          <a:solidFill>
            <a:srgbClr val="1B3D6C"/>
          </a:solidFill>
        </a:ln>
      </dgm:spPr>
      <dgm:t>
        <a:bodyPr/>
        <a:lstStyle/>
        <a:p>
          <a:r>
            <a:rPr lang="en-IN" sz="2400" dirty="0"/>
            <a:t>Pre-Processing</a:t>
          </a:r>
        </a:p>
      </dgm:t>
    </dgm:pt>
    <dgm:pt modelId="{CD3FD5D5-E60D-41A4-A915-69CFCD31A1E5}" type="parTrans" cxnId="{90A618EC-07DE-4013-9686-8A51D89C3259}">
      <dgm:prSet/>
      <dgm:spPr/>
      <dgm:t>
        <a:bodyPr/>
        <a:lstStyle/>
        <a:p>
          <a:endParaRPr lang="en-IN"/>
        </a:p>
      </dgm:t>
    </dgm:pt>
    <dgm:pt modelId="{9005878E-7C89-4E3F-B2F2-9E8D0720A3D7}" type="sibTrans" cxnId="{90A618EC-07DE-4013-9686-8A51D89C3259}">
      <dgm:prSet/>
      <dgm:spPr>
        <a:solidFill>
          <a:schemeClr val="tx1"/>
        </a:solidFill>
      </dgm:spPr>
      <dgm:t>
        <a:bodyPr/>
        <a:lstStyle/>
        <a:p>
          <a:endParaRPr lang="en-IN"/>
        </a:p>
      </dgm:t>
    </dgm:pt>
    <dgm:pt modelId="{30BE5B40-403C-4372-BB06-F58994FC828A}">
      <dgm:prSet phldrT="[Text]" custT="1"/>
      <dgm:spPr>
        <a:solidFill>
          <a:srgbClr val="1B3D6C"/>
        </a:solidFill>
        <a:ln>
          <a:solidFill>
            <a:srgbClr val="1B3D6C"/>
          </a:solidFill>
        </a:ln>
      </dgm:spPr>
      <dgm:t>
        <a:bodyPr/>
        <a:lstStyle/>
        <a:p>
          <a:r>
            <a:rPr lang="en-IN" sz="2400" dirty="0"/>
            <a:t>Computation of Energy Over Drive Profile</a:t>
          </a:r>
        </a:p>
      </dgm:t>
    </dgm:pt>
    <dgm:pt modelId="{357F8C51-48EE-4BC6-A453-B2E416A17578}" type="parTrans" cxnId="{E6E9F3A9-BB1E-47A7-A449-E174D1311869}">
      <dgm:prSet/>
      <dgm:spPr/>
      <dgm:t>
        <a:bodyPr/>
        <a:lstStyle/>
        <a:p>
          <a:endParaRPr lang="en-IN"/>
        </a:p>
      </dgm:t>
    </dgm:pt>
    <dgm:pt modelId="{D25C3605-F723-4BEE-B788-9969A1D4ABB1}" type="sibTrans" cxnId="{E6E9F3A9-BB1E-47A7-A449-E174D1311869}">
      <dgm:prSet/>
      <dgm:spPr>
        <a:solidFill>
          <a:schemeClr val="tx1"/>
        </a:solidFill>
      </dgm:spPr>
      <dgm:t>
        <a:bodyPr/>
        <a:lstStyle/>
        <a:p>
          <a:endParaRPr lang="en-IN"/>
        </a:p>
      </dgm:t>
    </dgm:pt>
    <dgm:pt modelId="{EA29AF9A-FD2E-493C-A0ED-2A17F51CF07D}">
      <dgm:prSet phldrT="[Text]" custT="1"/>
      <dgm:spPr>
        <a:solidFill>
          <a:srgbClr val="1B3D6C"/>
        </a:solidFill>
        <a:ln>
          <a:solidFill>
            <a:srgbClr val="1B3D6C"/>
          </a:solidFill>
        </a:ln>
      </dgm:spPr>
      <dgm:t>
        <a:bodyPr/>
        <a:lstStyle/>
        <a:p>
          <a:r>
            <a:rPr lang="en-IN" sz="2400" dirty="0"/>
            <a:t>Analysis of the Result</a:t>
          </a:r>
        </a:p>
      </dgm:t>
    </dgm:pt>
    <dgm:pt modelId="{BD1A56CF-EBDF-4EE7-9D2F-078C26710F23}" type="parTrans" cxnId="{536FDB53-7FA3-4498-8311-B619BF68ACC3}">
      <dgm:prSet/>
      <dgm:spPr/>
      <dgm:t>
        <a:bodyPr/>
        <a:lstStyle/>
        <a:p>
          <a:endParaRPr lang="en-IN"/>
        </a:p>
      </dgm:t>
    </dgm:pt>
    <dgm:pt modelId="{2E2BE5C7-58D1-43E6-9E21-FB416CFB63A5}" type="sibTrans" cxnId="{536FDB53-7FA3-4498-8311-B619BF68ACC3}">
      <dgm:prSet/>
      <dgm:spPr/>
      <dgm:t>
        <a:bodyPr/>
        <a:lstStyle/>
        <a:p>
          <a:endParaRPr lang="en-IN"/>
        </a:p>
      </dgm:t>
    </dgm:pt>
    <dgm:pt modelId="{7164363A-677D-44A4-B83E-0D09E7A14179}" type="pres">
      <dgm:prSet presAssocID="{38ED4670-AFDB-4B03-A239-CCB0D9344A23}" presName="Name0" presStyleCnt="0">
        <dgm:presLayoutVars>
          <dgm:dir/>
          <dgm:resizeHandles val="exact"/>
        </dgm:presLayoutVars>
      </dgm:prSet>
      <dgm:spPr/>
    </dgm:pt>
    <dgm:pt modelId="{E4BCCCF0-D6C7-4782-9673-B50A743B7B76}" type="pres">
      <dgm:prSet presAssocID="{CA1F5A89-76C8-49CC-9021-2DCA2C5CF421}" presName="node" presStyleLbl="node1" presStyleIdx="0" presStyleCnt="4" custScaleX="249627" custScaleY="90910">
        <dgm:presLayoutVars>
          <dgm:bulletEnabled val="1"/>
        </dgm:presLayoutVars>
      </dgm:prSet>
      <dgm:spPr>
        <a:prstGeom prst="roundRect">
          <a:avLst/>
        </a:prstGeom>
      </dgm:spPr>
    </dgm:pt>
    <dgm:pt modelId="{01C9BB9D-DD10-48E2-BECA-2FCFD5BFB691}" type="pres">
      <dgm:prSet presAssocID="{E917440A-97B6-4A79-89E8-6430882395A4}" presName="sibTrans" presStyleLbl="sibTrans2D1" presStyleIdx="0" presStyleCnt="3" custFlipVert="1" custScaleX="163554" custScaleY="70359"/>
      <dgm:spPr/>
    </dgm:pt>
    <dgm:pt modelId="{13017A4E-0BF8-4AC1-8FCA-ECFC6043A8F8}" type="pres">
      <dgm:prSet presAssocID="{E917440A-97B6-4A79-89E8-6430882395A4}" presName="connectorText" presStyleLbl="sibTrans2D1" presStyleIdx="0" presStyleCnt="3"/>
      <dgm:spPr/>
    </dgm:pt>
    <dgm:pt modelId="{563C7A7D-DD7C-4FB6-B218-E385478DA20D}" type="pres">
      <dgm:prSet presAssocID="{8D48C0BB-7E31-46F8-A1FF-C5A2314FC3C5}" presName="node" presStyleLbl="node1" presStyleIdx="1" presStyleCnt="4" custScaleX="249627" custScaleY="90910">
        <dgm:presLayoutVars>
          <dgm:bulletEnabled val="1"/>
        </dgm:presLayoutVars>
      </dgm:prSet>
      <dgm:spPr>
        <a:prstGeom prst="roundRect">
          <a:avLst/>
        </a:prstGeom>
      </dgm:spPr>
    </dgm:pt>
    <dgm:pt modelId="{22DF4DD3-4F72-422A-B1DB-B01AB91F5739}" type="pres">
      <dgm:prSet presAssocID="{9005878E-7C89-4E3F-B2F2-9E8D0720A3D7}" presName="sibTrans" presStyleLbl="sibTrans2D1" presStyleIdx="1" presStyleCnt="3" custFlipVert="1" custScaleX="163554" custScaleY="70359"/>
      <dgm:spPr/>
    </dgm:pt>
    <dgm:pt modelId="{148437D4-ADC0-4E94-B9F9-0E8BBED2A19B}" type="pres">
      <dgm:prSet presAssocID="{9005878E-7C89-4E3F-B2F2-9E8D0720A3D7}" presName="connectorText" presStyleLbl="sibTrans2D1" presStyleIdx="1" presStyleCnt="3"/>
      <dgm:spPr/>
    </dgm:pt>
    <dgm:pt modelId="{7CD17C59-4C9C-4E9F-A932-CCF56E52FEEA}" type="pres">
      <dgm:prSet presAssocID="{30BE5B40-403C-4372-BB06-F58994FC828A}" presName="node" presStyleLbl="node1" presStyleIdx="2" presStyleCnt="4" custScaleX="249627" custScaleY="90910">
        <dgm:presLayoutVars>
          <dgm:bulletEnabled val="1"/>
        </dgm:presLayoutVars>
      </dgm:prSet>
      <dgm:spPr>
        <a:prstGeom prst="roundRect">
          <a:avLst/>
        </a:prstGeom>
      </dgm:spPr>
    </dgm:pt>
    <dgm:pt modelId="{4A488CF4-8C70-4687-9124-F3A2E59F74D7}" type="pres">
      <dgm:prSet presAssocID="{D25C3605-F723-4BEE-B788-9969A1D4ABB1}" presName="sibTrans" presStyleLbl="sibTrans2D1" presStyleIdx="2" presStyleCnt="3" custFlipVert="1" custScaleX="163554" custScaleY="70359"/>
      <dgm:spPr/>
    </dgm:pt>
    <dgm:pt modelId="{BC9AB3EF-C04E-468E-9C42-A01C9A493A66}" type="pres">
      <dgm:prSet presAssocID="{D25C3605-F723-4BEE-B788-9969A1D4ABB1}" presName="connectorText" presStyleLbl="sibTrans2D1" presStyleIdx="2" presStyleCnt="3"/>
      <dgm:spPr/>
    </dgm:pt>
    <dgm:pt modelId="{34D08C47-C1B3-4D17-B24B-FE90ADEAD9A5}" type="pres">
      <dgm:prSet presAssocID="{EA29AF9A-FD2E-493C-A0ED-2A17F51CF07D}" presName="node" presStyleLbl="node1" presStyleIdx="3" presStyleCnt="4" custScaleX="249627" custScaleY="90910">
        <dgm:presLayoutVars>
          <dgm:bulletEnabled val="1"/>
        </dgm:presLayoutVars>
      </dgm:prSet>
      <dgm:spPr>
        <a:prstGeom prst="roundRect">
          <a:avLst/>
        </a:prstGeom>
      </dgm:spPr>
    </dgm:pt>
  </dgm:ptLst>
  <dgm:cxnLst>
    <dgm:cxn modelId="{45FBAE02-B6D5-4261-A46C-1E09DB1BAFBA}" type="presOf" srcId="{E917440A-97B6-4A79-89E8-6430882395A4}" destId="{13017A4E-0BF8-4AC1-8FCA-ECFC6043A8F8}" srcOrd="1" destOrd="0" presId="urn:microsoft.com/office/officeart/2005/8/layout/process1"/>
    <dgm:cxn modelId="{75BD5519-6EF9-4E2F-97A4-48F827F883B5}" type="presOf" srcId="{8D48C0BB-7E31-46F8-A1FF-C5A2314FC3C5}" destId="{563C7A7D-DD7C-4FB6-B218-E385478DA20D}" srcOrd="0" destOrd="0" presId="urn:microsoft.com/office/officeart/2005/8/layout/process1"/>
    <dgm:cxn modelId="{8F436620-0AAA-4311-B84F-CA7B8D84FC79}" type="presOf" srcId="{E917440A-97B6-4A79-89E8-6430882395A4}" destId="{01C9BB9D-DD10-48E2-BECA-2FCFD5BFB691}" srcOrd="0" destOrd="0" presId="urn:microsoft.com/office/officeart/2005/8/layout/process1"/>
    <dgm:cxn modelId="{15EC3064-E7AA-450D-87EC-F1D6FA32562F}" srcId="{38ED4670-AFDB-4B03-A239-CCB0D9344A23}" destId="{CA1F5A89-76C8-49CC-9021-2DCA2C5CF421}" srcOrd="0" destOrd="0" parTransId="{B3EE1AE8-9D54-4180-9038-57387B343F4D}" sibTransId="{E917440A-97B6-4A79-89E8-6430882395A4}"/>
    <dgm:cxn modelId="{ED31626A-F128-40CA-8AF6-71505555A54D}" type="presOf" srcId="{30BE5B40-403C-4372-BB06-F58994FC828A}" destId="{7CD17C59-4C9C-4E9F-A932-CCF56E52FEEA}" srcOrd="0" destOrd="0" presId="urn:microsoft.com/office/officeart/2005/8/layout/process1"/>
    <dgm:cxn modelId="{536FDB53-7FA3-4498-8311-B619BF68ACC3}" srcId="{38ED4670-AFDB-4B03-A239-CCB0D9344A23}" destId="{EA29AF9A-FD2E-493C-A0ED-2A17F51CF07D}" srcOrd="3" destOrd="0" parTransId="{BD1A56CF-EBDF-4EE7-9D2F-078C26710F23}" sibTransId="{2E2BE5C7-58D1-43E6-9E21-FB416CFB63A5}"/>
    <dgm:cxn modelId="{3D747E78-2F87-41C5-A6A7-9AF3D8D1F5F8}" type="presOf" srcId="{D25C3605-F723-4BEE-B788-9969A1D4ABB1}" destId="{4A488CF4-8C70-4687-9124-F3A2E59F74D7}" srcOrd="0" destOrd="0" presId="urn:microsoft.com/office/officeart/2005/8/layout/process1"/>
    <dgm:cxn modelId="{39CFB97F-E16B-434C-BD1E-5E7EECB4CE58}" type="presOf" srcId="{38ED4670-AFDB-4B03-A239-CCB0D9344A23}" destId="{7164363A-677D-44A4-B83E-0D09E7A14179}" srcOrd="0" destOrd="0" presId="urn:microsoft.com/office/officeart/2005/8/layout/process1"/>
    <dgm:cxn modelId="{E6E9F3A9-BB1E-47A7-A449-E174D1311869}" srcId="{38ED4670-AFDB-4B03-A239-CCB0D9344A23}" destId="{30BE5B40-403C-4372-BB06-F58994FC828A}" srcOrd="2" destOrd="0" parTransId="{357F8C51-48EE-4BC6-A453-B2E416A17578}" sibTransId="{D25C3605-F723-4BEE-B788-9969A1D4ABB1}"/>
    <dgm:cxn modelId="{A96CF9CA-39C0-448A-A5A1-4E91DEC7664B}" type="presOf" srcId="{EA29AF9A-FD2E-493C-A0ED-2A17F51CF07D}" destId="{34D08C47-C1B3-4D17-B24B-FE90ADEAD9A5}" srcOrd="0" destOrd="0" presId="urn:microsoft.com/office/officeart/2005/8/layout/process1"/>
    <dgm:cxn modelId="{CBA3E4CB-5CE0-4629-BF7A-6F7658E01267}" type="presOf" srcId="{9005878E-7C89-4E3F-B2F2-9E8D0720A3D7}" destId="{22DF4DD3-4F72-422A-B1DB-B01AB91F5739}" srcOrd="0" destOrd="0" presId="urn:microsoft.com/office/officeart/2005/8/layout/process1"/>
    <dgm:cxn modelId="{06CC79CE-F653-4A8E-8133-867A638B72F1}" type="presOf" srcId="{CA1F5A89-76C8-49CC-9021-2DCA2C5CF421}" destId="{E4BCCCF0-D6C7-4782-9673-B50A743B7B76}" srcOrd="0" destOrd="0" presId="urn:microsoft.com/office/officeart/2005/8/layout/process1"/>
    <dgm:cxn modelId="{7AFE2FE4-3448-4CF4-846C-394D6026BCDA}" type="presOf" srcId="{D25C3605-F723-4BEE-B788-9969A1D4ABB1}" destId="{BC9AB3EF-C04E-468E-9C42-A01C9A493A66}" srcOrd="1" destOrd="0" presId="urn:microsoft.com/office/officeart/2005/8/layout/process1"/>
    <dgm:cxn modelId="{EFDE2BE9-B86F-43F1-BCE8-D2037CC6A5BA}" type="presOf" srcId="{9005878E-7C89-4E3F-B2F2-9E8D0720A3D7}" destId="{148437D4-ADC0-4E94-B9F9-0E8BBED2A19B}" srcOrd="1" destOrd="0" presId="urn:microsoft.com/office/officeart/2005/8/layout/process1"/>
    <dgm:cxn modelId="{90A618EC-07DE-4013-9686-8A51D89C3259}" srcId="{38ED4670-AFDB-4B03-A239-CCB0D9344A23}" destId="{8D48C0BB-7E31-46F8-A1FF-C5A2314FC3C5}" srcOrd="1" destOrd="0" parTransId="{CD3FD5D5-E60D-41A4-A915-69CFCD31A1E5}" sibTransId="{9005878E-7C89-4E3F-B2F2-9E8D0720A3D7}"/>
    <dgm:cxn modelId="{1FD6C999-18EA-435D-B3AD-C01E7FE3A251}" type="presParOf" srcId="{7164363A-677D-44A4-B83E-0D09E7A14179}" destId="{E4BCCCF0-D6C7-4782-9673-B50A743B7B76}" srcOrd="0" destOrd="0" presId="urn:microsoft.com/office/officeart/2005/8/layout/process1"/>
    <dgm:cxn modelId="{2BC35032-B048-496E-867F-89BC1458EBC5}" type="presParOf" srcId="{7164363A-677D-44A4-B83E-0D09E7A14179}" destId="{01C9BB9D-DD10-48E2-BECA-2FCFD5BFB691}" srcOrd="1" destOrd="0" presId="urn:microsoft.com/office/officeart/2005/8/layout/process1"/>
    <dgm:cxn modelId="{31EB8DDF-8924-4E13-9F4B-F82A76BFE881}" type="presParOf" srcId="{01C9BB9D-DD10-48E2-BECA-2FCFD5BFB691}" destId="{13017A4E-0BF8-4AC1-8FCA-ECFC6043A8F8}" srcOrd="0" destOrd="0" presId="urn:microsoft.com/office/officeart/2005/8/layout/process1"/>
    <dgm:cxn modelId="{4DBD8EA0-90E2-4AD9-86DB-F69AD75468C4}" type="presParOf" srcId="{7164363A-677D-44A4-B83E-0D09E7A14179}" destId="{563C7A7D-DD7C-4FB6-B218-E385478DA20D}" srcOrd="2" destOrd="0" presId="urn:microsoft.com/office/officeart/2005/8/layout/process1"/>
    <dgm:cxn modelId="{7B7734B5-8EAB-4A9B-9820-5566E4C23737}" type="presParOf" srcId="{7164363A-677D-44A4-B83E-0D09E7A14179}" destId="{22DF4DD3-4F72-422A-B1DB-B01AB91F5739}" srcOrd="3" destOrd="0" presId="urn:microsoft.com/office/officeart/2005/8/layout/process1"/>
    <dgm:cxn modelId="{42A3C2DF-03D4-45FE-AEF7-A65DE7B1497B}" type="presParOf" srcId="{22DF4DD3-4F72-422A-B1DB-B01AB91F5739}" destId="{148437D4-ADC0-4E94-B9F9-0E8BBED2A19B}" srcOrd="0" destOrd="0" presId="urn:microsoft.com/office/officeart/2005/8/layout/process1"/>
    <dgm:cxn modelId="{BC3B87E5-FE43-426C-ACDA-C2371E9BA276}" type="presParOf" srcId="{7164363A-677D-44A4-B83E-0D09E7A14179}" destId="{7CD17C59-4C9C-4E9F-A932-CCF56E52FEEA}" srcOrd="4" destOrd="0" presId="urn:microsoft.com/office/officeart/2005/8/layout/process1"/>
    <dgm:cxn modelId="{A56CCFCE-DE7D-4839-AEC6-B469FF74A6C8}" type="presParOf" srcId="{7164363A-677D-44A4-B83E-0D09E7A14179}" destId="{4A488CF4-8C70-4687-9124-F3A2E59F74D7}" srcOrd="5" destOrd="0" presId="urn:microsoft.com/office/officeart/2005/8/layout/process1"/>
    <dgm:cxn modelId="{F3C2F7F3-7B2D-432D-A098-5DA2ABCD20A1}" type="presParOf" srcId="{4A488CF4-8C70-4687-9124-F3A2E59F74D7}" destId="{BC9AB3EF-C04E-468E-9C42-A01C9A493A66}" srcOrd="0" destOrd="0" presId="urn:microsoft.com/office/officeart/2005/8/layout/process1"/>
    <dgm:cxn modelId="{12735D9E-FA98-433E-BA75-AAB045F9B5D8}" type="presParOf" srcId="{7164363A-677D-44A4-B83E-0D09E7A14179}" destId="{34D08C47-C1B3-4D17-B24B-FE90ADEAD9A5}" srcOrd="6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4BCCCF0-D6C7-4782-9673-B50A743B7B76}">
      <dsp:nvSpPr>
        <dsp:cNvPr id="0" name=""/>
        <dsp:cNvSpPr/>
      </dsp:nvSpPr>
      <dsp:spPr>
        <a:xfrm>
          <a:off x="7321" y="68031"/>
          <a:ext cx="2135434" cy="1360779"/>
        </a:xfrm>
        <a:prstGeom prst="roundRect">
          <a:avLst/>
        </a:prstGeom>
        <a:solidFill>
          <a:srgbClr val="1B3D6C"/>
        </a:solidFill>
        <a:ln w="25400" cap="flat" cmpd="sng" algn="ctr">
          <a:solidFill>
            <a:srgbClr val="1B3D6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Primary Model Data</a:t>
          </a:r>
        </a:p>
      </dsp:txBody>
      <dsp:txXfrm>
        <a:off x="73749" y="134459"/>
        <a:ext cx="2002578" cy="1227923"/>
      </dsp:txXfrm>
    </dsp:sp>
    <dsp:sp modelId="{01C9BB9D-DD10-48E2-BECA-2FCFD5BFB691}">
      <dsp:nvSpPr>
        <dsp:cNvPr id="0" name=""/>
        <dsp:cNvSpPr/>
      </dsp:nvSpPr>
      <dsp:spPr>
        <a:xfrm flipV="1">
          <a:off x="2170671" y="673787"/>
          <a:ext cx="296614" cy="149267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 rot="10800000">
        <a:off x="2170671" y="703640"/>
        <a:ext cx="251834" cy="89561"/>
      </dsp:txXfrm>
    </dsp:sp>
    <dsp:sp modelId="{563C7A7D-DD7C-4FB6-B218-E385478DA20D}">
      <dsp:nvSpPr>
        <dsp:cNvPr id="0" name=""/>
        <dsp:cNvSpPr/>
      </dsp:nvSpPr>
      <dsp:spPr>
        <a:xfrm>
          <a:off x="2484936" y="68031"/>
          <a:ext cx="2135434" cy="1360779"/>
        </a:xfrm>
        <a:prstGeom prst="roundRect">
          <a:avLst/>
        </a:prstGeom>
        <a:solidFill>
          <a:srgbClr val="1B3D6C"/>
        </a:solidFill>
        <a:ln w="25400" cap="flat" cmpd="sng" algn="ctr">
          <a:solidFill>
            <a:srgbClr val="1B3D6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Pre-Processing</a:t>
          </a:r>
        </a:p>
      </dsp:txBody>
      <dsp:txXfrm>
        <a:off x="2551364" y="134459"/>
        <a:ext cx="2002578" cy="1227923"/>
      </dsp:txXfrm>
    </dsp:sp>
    <dsp:sp modelId="{22DF4DD3-4F72-422A-B1DB-B01AB91F5739}">
      <dsp:nvSpPr>
        <dsp:cNvPr id="0" name=""/>
        <dsp:cNvSpPr/>
      </dsp:nvSpPr>
      <dsp:spPr>
        <a:xfrm flipV="1">
          <a:off x="4648286" y="673787"/>
          <a:ext cx="296614" cy="149267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 rot="10800000">
        <a:off x="4648286" y="703640"/>
        <a:ext cx="251834" cy="89561"/>
      </dsp:txXfrm>
    </dsp:sp>
    <dsp:sp modelId="{7CD17C59-4C9C-4E9F-A932-CCF56E52FEEA}">
      <dsp:nvSpPr>
        <dsp:cNvPr id="0" name=""/>
        <dsp:cNvSpPr/>
      </dsp:nvSpPr>
      <dsp:spPr>
        <a:xfrm>
          <a:off x="4962551" y="68031"/>
          <a:ext cx="2135434" cy="1360779"/>
        </a:xfrm>
        <a:prstGeom prst="roundRect">
          <a:avLst/>
        </a:prstGeom>
        <a:solidFill>
          <a:srgbClr val="1B3D6C"/>
        </a:solidFill>
        <a:ln w="25400" cap="flat" cmpd="sng" algn="ctr">
          <a:solidFill>
            <a:srgbClr val="1B3D6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Computation of Energy Over Drive Profile</a:t>
          </a:r>
        </a:p>
      </dsp:txBody>
      <dsp:txXfrm>
        <a:off x="5028979" y="134459"/>
        <a:ext cx="2002578" cy="1227923"/>
      </dsp:txXfrm>
    </dsp:sp>
    <dsp:sp modelId="{4A488CF4-8C70-4687-9124-F3A2E59F74D7}">
      <dsp:nvSpPr>
        <dsp:cNvPr id="0" name=""/>
        <dsp:cNvSpPr/>
      </dsp:nvSpPr>
      <dsp:spPr>
        <a:xfrm flipV="1">
          <a:off x="7125901" y="673787"/>
          <a:ext cx="296614" cy="149267"/>
        </a:xfrm>
        <a:prstGeom prst="rightArrow">
          <a:avLst>
            <a:gd name="adj1" fmla="val 60000"/>
            <a:gd name="adj2" fmla="val 50000"/>
          </a:avLst>
        </a:prstGeom>
        <a:solidFill>
          <a:schemeClr val="tx1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600" kern="1200"/>
        </a:p>
      </dsp:txBody>
      <dsp:txXfrm rot="10800000">
        <a:off x="7125901" y="703640"/>
        <a:ext cx="251834" cy="89561"/>
      </dsp:txXfrm>
    </dsp:sp>
    <dsp:sp modelId="{34D08C47-C1B3-4D17-B24B-FE90ADEAD9A5}">
      <dsp:nvSpPr>
        <dsp:cNvPr id="0" name=""/>
        <dsp:cNvSpPr/>
      </dsp:nvSpPr>
      <dsp:spPr>
        <a:xfrm>
          <a:off x="7440166" y="68031"/>
          <a:ext cx="2135434" cy="1360779"/>
        </a:xfrm>
        <a:prstGeom prst="roundRect">
          <a:avLst/>
        </a:prstGeom>
        <a:solidFill>
          <a:srgbClr val="1B3D6C"/>
        </a:solidFill>
        <a:ln w="25400" cap="flat" cmpd="sng" algn="ctr">
          <a:solidFill>
            <a:srgbClr val="1B3D6C"/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2400" kern="1200" dirty="0"/>
            <a:t>Analysis of the Result</a:t>
          </a:r>
        </a:p>
      </dsp:txBody>
      <dsp:txXfrm>
        <a:off x="7506594" y="134459"/>
        <a:ext cx="2002578" cy="122792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7408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11093b96a45_6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11093b96a45_6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E101A"/>
                </a:solidFill>
              </a:rPr>
              <a:t>Abstract - </a:t>
            </a:r>
            <a:endParaRPr sz="1200" dirty="0">
              <a:solidFill>
                <a:srgbClr val="0E10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E101A"/>
                </a:solidFill>
              </a:rPr>
              <a:t>This paper aims to discuss an innovative way to simulate orbital conditions in software such as Ansys Workbench,</a:t>
            </a:r>
            <a:endParaRPr sz="1200" dirty="0">
              <a:solidFill>
                <a:srgbClr val="0E10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E101A"/>
                </a:solidFill>
              </a:rPr>
              <a:t>which lacks direct orbital modelling. It aims to explore the modelling of the thermal subsystem of a small satellite in</a:t>
            </a:r>
            <a:endParaRPr sz="1200" dirty="0">
              <a:solidFill>
                <a:srgbClr val="0E10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E101A"/>
                </a:solidFill>
              </a:rPr>
              <a:t>the launch and in-orbit conditions through the performance of transient thermal simulations. These simulations</a:t>
            </a:r>
            <a:endParaRPr sz="1200" dirty="0">
              <a:solidFill>
                <a:srgbClr val="0E10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E101A"/>
                </a:solidFill>
              </a:rPr>
              <a:t>quantify the requirement of thermal control for maintaining the optimal functionality of electronic components</a:t>
            </a:r>
            <a:endParaRPr sz="1200" dirty="0">
              <a:solidFill>
                <a:srgbClr val="0E10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E101A"/>
                </a:solidFill>
              </a:rPr>
              <a:t>within the satellite. Passive thermal control methods such as multi-layer insulation and surface coatings have been</a:t>
            </a:r>
            <a:endParaRPr sz="1200" dirty="0">
              <a:solidFill>
                <a:srgbClr val="0E10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E101A"/>
                </a:solidFill>
              </a:rPr>
              <a:t>modelled and simulated in this paper. The paper attempts to study the effect of parameters such as the number of</a:t>
            </a:r>
            <a:endParaRPr sz="1200" dirty="0">
              <a:solidFill>
                <a:srgbClr val="0E10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E101A"/>
                </a:solidFill>
              </a:rPr>
              <a:t>layers and layer thickness on the effectiveness of multi-layer insulation. It studies the variation of temperature on</a:t>
            </a:r>
            <a:endParaRPr sz="1200" dirty="0">
              <a:solidFill>
                <a:srgbClr val="0E10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E101A"/>
                </a:solidFill>
              </a:rPr>
              <a:t>absorption and emission properties of surface coatings. It further looks at the optimisation of these techniques by</a:t>
            </a:r>
            <a:endParaRPr sz="1200" dirty="0">
              <a:solidFill>
                <a:srgbClr val="0E10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E101A"/>
                </a:solidFill>
              </a:rPr>
              <a:t>improving the meshing, which can significantly decrease computation time and reduce convergence issues. The</a:t>
            </a:r>
            <a:endParaRPr sz="1200" dirty="0">
              <a:solidFill>
                <a:srgbClr val="0E10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E101A"/>
                </a:solidFill>
              </a:rPr>
              <a:t>paper also proposes a method of performing thermo-structural simulations, which can provide an analysis of the</a:t>
            </a:r>
            <a:endParaRPr sz="1200" dirty="0">
              <a:solidFill>
                <a:srgbClr val="0E10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E101A"/>
                </a:solidFill>
              </a:rPr>
              <a:t>thermal stresses produced in satellites because of the temperature gradients. The role played by joint and contact</a:t>
            </a:r>
            <a:endParaRPr sz="1200" dirty="0">
              <a:solidFill>
                <a:srgbClr val="0E10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0E101A"/>
                </a:solidFill>
              </a:rPr>
              <a:t>definitions in thermal simulations has also been highlighted.</a:t>
            </a:r>
            <a:endParaRPr sz="1200" dirty="0">
              <a:solidFill>
                <a:srgbClr val="0E10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endParaRPr sz="1200" dirty="0">
              <a:solidFill>
                <a:srgbClr val="0E101A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2500" dirty="0">
              <a:solidFill>
                <a:srgbClr val="0E101A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1104453" y="6253740"/>
            <a:ext cx="30190439" cy="17239940"/>
          </a:xfrm>
          <a:prstGeom prst="rect">
            <a:avLst/>
          </a:prstGeom>
        </p:spPr>
        <p:txBody>
          <a:bodyPr spcFirstLastPara="1" wrap="square" lIns="92300" tIns="92300" rIns="92300" bIns="923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8425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8425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8425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8425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8425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8425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8425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8425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18425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1104425" y="23804026"/>
            <a:ext cx="30190439" cy="6657106"/>
          </a:xfrm>
          <a:prstGeom prst="rect">
            <a:avLst/>
          </a:prstGeom>
        </p:spPr>
        <p:txBody>
          <a:bodyPr spcFirstLastPara="1" wrap="square" lIns="92300" tIns="92300" rIns="92300" bIns="923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92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92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92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92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92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92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92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92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9921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30019861" y="39166705"/>
            <a:ext cx="1944170" cy="3305876"/>
          </a:xfrm>
          <a:prstGeom prst="rect">
            <a:avLst/>
          </a:prstGeom>
        </p:spPr>
        <p:txBody>
          <a:bodyPr spcFirstLastPara="1" wrap="square" lIns="92300" tIns="92300" rIns="92300" bIns="92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1104425" y="18065149"/>
            <a:ext cx="30190439" cy="7070341"/>
          </a:xfrm>
          <a:prstGeom prst="rect">
            <a:avLst/>
          </a:prstGeom>
        </p:spPr>
        <p:txBody>
          <a:bodyPr spcFirstLastPara="1" wrap="square" lIns="92300" tIns="92300" rIns="92300" bIns="923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12756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12756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12756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12756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12756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12756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12756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12756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12756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30019861" y="39166705"/>
            <a:ext cx="1944170" cy="3305876"/>
          </a:xfrm>
          <a:prstGeom prst="rect">
            <a:avLst/>
          </a:prstGeom>
        </p:spPr>
        <p:txBody>
          <a:bodyPr spcFirstLastPara="1" wrap="square" lIns="92300" tIns="92300" rIns="92300" bIns="92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1104425" y="3737798"/>
            <a:ext cx="30190439" cy="4810150"/>
          </a:xfrm>
          <a:prstGeom prst="rect">
            <a:avLst/>
          </a:prstGeom>
        </p:spPr>
        <p:txBody>
          <a:bodyPr spcFirstLastPara="1" wrap="square" lIns="92300" tIns="92300" rIns="92300" bIns="923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1104425" y="9679723"/>
            <a:ext cx="30190439" cy="28694597"/>
          </a:xfrm>
          <a:prstGeom prst="rect">
            <a:avLst/>
          </a:prstGeom>
        </p:spPr>
        <p:txBody>
          <a:bodyPr spcFirstLastPara="1" wrap="square" lIns="92300" tIns="92300" rIns="92300" bIns="92300" anchor="t" anchorCtr="0">
            <a:normAutofit/>
          </a:bodyPr>
          <a:lstStyle>
            <a:lvl1pPr marL="1619951" lvl="0" indent="-1214963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3239902" lvl="1" indent="-1124966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4859853" lvl="2" indent="-112496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6479804" lvl="3" indent="-112496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8099755" lvl="4" indent="-1124966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9719706" lvl="5" indent="-112496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11339657" lvl="6" indent="-112496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12959608" lvl="7" indent="-1124966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14579559" lvl="8" indent="-112496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30019861" y="39166705"/>
            <a:ext cx="1944170" cy="3305876"/>
          </a:xfrm>
          <a:prstGeom prst="rect">
            <a:avLst/>
          </a:prstGeom>
        </p:spPr>
        <p:txBody>
          <a:bodyPr spcFirstLastPara="1" wrap="square" lIns="92300" tIns="92300" rIns="92300" bIns="92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1104425" y="3737798"/>
            <a:ext cx="30190439" cy="4810150"/>
          </a:xfrm>
          <a:prstGeom prst="rect">
            <a:avLst/>
          </a:prstGeom>
        </p:spPr>
        <p:txBody>
          <a:bodyPr spcFirstLastPara="1" wrap="square" lIns="92300" tIns="92300" rIns="92300" bIns="923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1104424" y="9679723"/>
            <a:ext cx="14172563" cy="28694597"/>
          </a:xfrm>
          <a:prstGeom prst="rect">
            <a:avLst/>
          </a:prstGeom>
        </p:spPr>
        <p:txBody>
          <a:bodyPr spcFirstLastPara="1" wrap="square" lIns="92300" tIns="92300" rIns="92300" bIns="92300" anchor="t" anchorCtr="0">
            <a:normAutofit/>
          </a:bodyPr>
          <a:lstStyle>
            <a:lvl1pPr marL="1619951" lvl="0" indent="-1124966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960"/>
            </a:lvl1pPr>
            <a:lvl2pPr marL="3239902" lvl="1" indent="-10799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252"/>
            </a:lvl2pPr>
            <a:lvl3pPr marL="4859853" lvl="2" indent="-10799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252"/>
            </a:lvl3pPr>
            <a:lvl4pPr marL="6479804" lvl="3" indent="-1079967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4252"/>
            </a:lvl4pPr>
            <a:lvl5pPr marL="8099755" lvl="4" indent="-10799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252"/>
            </a:lvl5pPr>
            <a:lvl6pPr marL="9719706" lvl="5" indent="-10799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252"/>
            </a:lvl6pPr>
            <a:lvl7pPr marL="11339657" lvl="6" indent="-1079967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4252"/>
            </a:lvl7pPr>
            <a:lvl8pPr marL="12959608" lvl="7" indent="-10799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252"/>
            </a:lvl8pPr>
            <a:lvl9pPr marL="14579559" lvl="8" indent="-10799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252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17122301" y="9679723"/>
            <a:ext cx="14172563" cy="28694597"/>
          </a:xfrm>
          <a:prstGeom prst="rect">
            <a:avLst/>
          </a:prstGeom>
        </p:spPr>
        <p:txBody>
          <a:bodyPr spcFirstLastPara="1" wrap="square" lIns="92300" tIns="92300" rIns="92300" bIns="92300" anchor="t" anchorCtr="0">
            <a:normAutofit/>
          </a:bodyPr>
          <a:lstStyle>
            <a:lvl1pPr marL="1619951" lvl="0" indent="-1124966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4960"/>
            </a:lvl1pPr>
            <a:lvl2pPr marL="3239902" lvl="1" indent="-10799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252"/>
            </a:lvl2pPr>
            <a:lvl3pPr marL="4859853" lvl="2" indent="-10799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252"/>
            </a:lvl3pPr>
            <a:lvl4pPr marL="6479804" lvl="3" indent="-1079967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4252"/>
            </a:lvl4pPr>
            <a:lvl5pPr marL="8099755" lvl="4" indent="-10799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252"/>
            </a:lvl5pPr>
            <a:lvl6pPr marL="9719706" lvl="5" indent="-10799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252"/>
            </a:lvl6pPr>
            <a:lvl7pPr marL="11339657" lvl="6" indent="-1079967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4252"/>
            </a:lvl7pPr>
            <a:lvl8pPr marL="12959608" lvl="7" indent="-10799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252"/>
            </a:lvl8pPr>
            <a:lvl9pPr marL="14579559" lvl="8" indent="-10799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252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30019861" y="39166705"/>
            <a:ext cx="1944170" cy="3305876"/>
          </a:xfrm>
          <a:prstGeom prst="rect">
            <a:avLst/>
          </a:prstGeom>
        </p:spPr>
        <p:txBody>
          <a:bodyPr spcFirstLastPara="1" wrap="square" lIns="92300" tIns="92300" rIns="92300" bIns="92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1104425" y="3737798"/>
            <a:ext cx="30190439" cy="4810150"/>
          </a:xfrm>
          <a:prstGeom prst="rect">
            <a:avLst/>
          </a:prstGeom>
        </p:spPr>
        <p:txBody>
          <a:bodyPr spcFirstLastPara="1" wrap="square" lIns="92300" tIns="92300" rIns="92300" bIns="923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30019861" y="39166705"/>
            <a:ext cx="1944170" cy="3305876"/>
          </a:xfrm>
          <a:prstGeom prst="rect">
            <a:avLst/>
          </a:prstGeom>
        </p:spPr>
        <p:txBody>
          <a:bodyPr spcFirstLastPara="1" wrap="square" lIns="92300" tIns="92300" rIns="92300" bIns="92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1104424" y="4666526"/>
            <a:ext cx="9949388" cy="6347180"/>
          </a:xfrm>
          <a:prstGeom prst="rect">
            <a:avLst/>
          </a:prstGeom>
        </p:spPr>
        <p:txBody>
          <a:bodyPr spcFirstLastPara="1" wrap="square" lIns="92300" tIns="92300" rIns="92300" bIns="92300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8504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8504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8504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8504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8504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8504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8504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8504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8504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1104424" y="11671354"/>
            <a:ext cx="9949388" cy="26704016"/>
          </a:xfrm>
          <a:prstGeom prst="rect">
            <a:avLst/>
          </a:prstGeom>
        </p:spPr>
        <p:txBody>
          <a:bodyPr spcFirstLastPara="1" wrap="square" lIns="92300" tIns="92300" rIns="92300" bIns="92300" anchor="t" anchorCtr="0">
            <a:normAutofit/>
          </a:bodyPr>
          <a:lstStyle>
            <a:lvl1pPr marL="1619951" lvl="0" indent="-1079967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4252"/>
            </a:lvl1pPr>
            <a:lvl2pPr marL="3239902" lvl="1" indent="-10799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252"/>
            </a:lvl2pPr>
            <a:lvl3pPr marL="4859853" lvl="2" indent="-10799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252"/>
            </a:lvl3pPr>
            <a:lvl4pPr marL="6479804" lvl="3" indent="-1079967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4252"/>
            </a:lvl4pPr>
            <a:lvl5pPr marL="8099755" lvl="4" indent="-10799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252"/>
            </a:lvl5pPr>
            <a:lvl6pPr marL="9719706" lvl="5" indent="-10799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252"/>
            </a:lvl6pPr>
            <a:lvl7pPr marL="11339657" lvl="6" indent="-1079967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4252"/>
            </a:lvl7pPr>
            <a:lvl8pPr marL="12959608" lvl="7" indent="-1079967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4252"/>
            </a:lvl8pPr>
            <a:lvl9pPr marL="14579559" lvl="8" indent="-1079967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4252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30019861" y="39166705"/>
            <a:ext cx="1944170" cy="3305876"/>
          </a:xfrm>
          <a:prstGeom prst="rect">
            <a:avLst/>
          </a:prstGeom>
        </p:spPr>
        <p:txBody>
          <a:bodyPr spcFirstLastPara="1" wrap="square" lIns="92300" tIns="92300" rIns="92300" bIns="92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1737068" y="3780843"/>
            <a:ext cx="22562575" cy="34358933"/>
          </a:xfrm>
          <a:prstGeom prst="rect">
            <a:avLst/>
          </a:prstGeom>
        </p:spPr>
        <p:txBody>
          <a:bodyPr spcFirstLastPara="1" wrap="square" lIns="92300" tIns="92300" rIns="92300" bIns="92300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17007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17007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17007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17007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17007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17007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17007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17007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17007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30019861" y="39166705"/>
            <a:ext cx="1944170" cy="3305876"/>
          </a:xfrm>
          <a:prstGeom prst="rect">
            <a:avLst/>
          </a:prstGeom>
        </p:spPr>
        <p:txBody>
          <a:bodyPr spcFirstLastPara="1" wrap="square" lIns="92300" tIns="92300" rIns="92300" bIns="92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16199644" y="-1050"/>
            <a:ext cx="16199644" cy="43200638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327040" tIns="327040" rIns="327040" bIns="32704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997"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940727" y="10357528"/>
            <a:ext cx="14333071" cy="12449948"/>
          </a:xfrm>
          <a:prstGeom prst="rect">
            <a:avLst/>
          </a:prstGeom>
        </p:spPr>
        <p:txBody>
          <a:bodyPr spcFirstLastPara="1" wrap="square" lIns="92300" tIns="92300" rIns="92300" bIns="923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4881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4881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4881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4881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4881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4881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4881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4881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14881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940727" y="23543235"/>
            <a:ext cx="14333071" cy="10373697"/>
          </a:xfrm>
          <a:prstGeom prst="rect">
            <a:avLst/>
          </a:prstGeom>
        </p:spPr>
        <p:txBody>
          <a:bodyPr spcFirstLastPara="1" wrap="square" lIns="92300" tIns="92300" rIns="92300" bIns="92300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7441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7441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7441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7441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7441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7441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7441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7441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7441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17501781" y="6081560"/>
            <a:ext cx="13595371" cy="31035419"/>
          </a:xfrm>
          <a:prstGeom prst="rect">
            <a:avLst/>
          </a:prstGeom>
        </p:spPr>
        <p:txBody>
          <a:bodyPr spcFirstLastPara="1" wrap="square" lIns="92300" tIns="92300" rIns="92300" bIns="92300" anchor="ctr" anchorCtr="0">
            <a:normAutofit/>
          </a:bodyPr>
          <a:lstStyle>
            <a:lvl1pPr marL="1619951" lvl="0" indent="-1214963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3239902" lvl="1" indent="-1124966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4859853" lvl="2" indent="-112496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6479804" lvl="3" indent="-112496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8099755" lvl="4" indent="-1124966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9719706" lvl="5" indent="-112496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11339657" lvl="6" indent="-112496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12959608" lvl="7" indent="-1124966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14579559" lvl="8" indent="-1124966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30019861" y="39166705"/>
            <a:ext cx="1944170" cy="3305876"/>
          </a:xfrm>
          <a:prstGeom prst="rect">
            <a:avLst/>
          </a:prstGeom>
        </p:spPr>
        <p:txBody>
          <a:bodyPr spcFirstLastPara="1" wrap="square" lIns="92300" tIns="92300" rIns="92300" bIns="92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1104425" y="35532913"/>
            <a:ext cx="21255123" cy="5082280"/>
          </a:xfrm>
          <a:prstGeom prst="rect">
            <a:avLst/>
          </a:prstGeom>
        </p:spPr>
        <p:txBody>
          <a:bodyPr spcFirstLastPara="1" wrap="square" lIns="92300" tIns="92300" rIns="92300" bIns="92300" anchor="ctr" anchorCtr="0">
            <a:normAutofit/>
          </a:bodyPr>
          <a:lstStyle>
            <a:lvl1pPr marL="1619951" lvl="0" indent="-80997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30019861" y="39166705"/>
            <a:ext cx="1944170" cy="3305876"/>
          </a:xfrm>
          <a:prstGeom prst="rect">
            <a:avLst/>
          </a:prstGeom>
        </p:spPr>
        <p:txBody>
          <a:bodyPr spcFirstLastPara="1" wrap="square" lIns="92300" tIns="92300" rIns="92300" bIns="92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1104425" y="9290426"/>
            <a:ext cx="30190439" cy="16491582"/>
          </a:xfrm>
          <a:prstGeom prst="rect">
            <a:avLst/>
          </a:prstGeom>
        </p:spPr>
        <p:txBody>
          <a:bodyPr spcFirstLastPara="1" wrap="square" lIns="92300" tIns="92300" rIns="92300" bIns="923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42873"/>
            </a:lvl1pPr>
            <a:lvl2pPr lvl="1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42873"/>
            </a:lvl2pPr>
            <a:lvl3pPr lvl="2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42873"/>
            </a:lvl3pPr>
            <a:lvl4pPr lvl="3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42873"/>
            </a:lvl4pPr>
            <a:lvl5pPr lvl="4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42873"/>
            </a:lvl5pPr>
            <a:lvl6pPr lvl="5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42873"/>
            </a:lvl6pPr>
            <a:lvl7pPr lvl="6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42873"/>
            </a:lvl7pPr>
            <a:lvl8pPr lvl="7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42873"/>
            </a:lvl8pPr>
            <a:lvl9pPr lvl="8" algn="ctr">
              <a:spcBef>
                <a:spcPts val="0"/>
              </a:spcBef>
              <a:spcAft>
                <a:spcPts val="0"/>
              </a:spcAft>
              <a:buSzPts val="12100"/>
              <a:buNone/>
              <a:defRPr sz="42873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1104425" y="26475771"/>
            <a:ext cx="30190439" cy="10925516"/>
          </a:xfrm>
          <a:prstGeom prst="rect">
            <a:avLst/>
          </a:prstGeom>
        </p:spPr>
        <p:txBody>
          <a:bodyPr spcFirstLastPara="1" wrap="square" lIns="92300" tIns="92300" rIns="92300" bIns="92300" anchor="t" anchorCtr="0">
            <a:normAutofit/>
          </a:bodyPr>
          <a:lstStyle>
            <a:lvl1pPr marL="1619951" lvl="0" indent="-1214963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3239902" lvl="1" indent="-1124966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4859853" lvl="2" indent="-1124966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6479804" lvl="3" indent="-112496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8099755" lvl="4" indent="-1124966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9719706" lvl="5" indent="-1124966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11339657" lvl="6" indent="-112496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12959608" lvl="7" indent="-1124966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14579559" lvl="8" indent="-1124966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30019861" y="39166705"/>
            <a:ext cx="1944170" cy="3305876"/>
          </a:xfrm>
          <a:prstGeom prst="rect">
            <a:avLst/>
          </a:prstGeom>
        </p:spPr>
        <p:txBody>
          <a:bodyPr spcFirstLastPara="1" wrap="square" lIns="92300" tIns="92300" rIns="92300" bIns="92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30019861" y="39166705"/>
            <a:ext cx="1944170" cy="3305876"/>
          </a:xfrm>
          <a:prstGeom prst="rect">
            <a:avLst/>
          </a:prstGeom>
        </p:spPr>
        <p:txBody>
          <a:bodyPr spcFirstLastPara="1" wrap="square" lIns="92300" tIns="92300" rIns="92300" bIns="92300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104425" y="3737798"/>
            <a:ext cx="30190439" cy="481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104425" y="9679723"/>
            <a:ext cx="30190439" cy="28694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 sz="1400"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 sz="1400"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 sz="14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30019861" y="39166705"/>
            <a:ext cx="1944170" cy="33058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300" tIns="92300" rIns="92300" bIns="92300" anchor="ctr" anchorCtr="0">
            <a:normAutofit/>
          </a:bodyPr>
          <a:lstStyle>
            <a:lvl1pPr lvl="0" algn="r">
              <a:buNone/>
              <a:defRPr sz="3543">
                <a:solidFill>
                  <a:schemeClr val="dk2"/>
                </a:solidFill>
              </a:defRPr>
            </a:lvl1pPr>
            <a:lvl2pPr lvl="1" algn="r">
              <a:buNone/>
              <a:defRPr sz="3543">
                <a:solidFill>
                  <a:schemeClr val="dk2"/>
                </a:solidFill>
              </a:defRPr>
            </a:lvl2pPr>
            <a:lvl3pPr lvl="2" algn="r">
              <a:buNone/>
              <a:defRPr sz="3543">
                <a:solidFill>
                  <a:schemeClr val="dk2"/>
                </a:solidFill>
              </a:defRPr>
            </a:lvl3pPr>
            <a:lvl4pPr lvl="3" algn="r">
              <a:buNone/>
              <a:defRPr sz="3543">
                <a:solidFill>
                  <a:schemeClr val="dk2"/>
                </a:solidFill>
              </a:defRPr>
            </a:lvl4pPr>
            <a:lvl5pPr lvl="4" algn="r">
              <a:buNone/>
              <a:defRPr sz="3543">
                <a:solidFill>
                  <a:schemeClr val="dk2"/>
                </a:solidFill>
              </a:defRPr>
            </a:lvl5pPr>
            <a:lvl6pPr lvl="5" algn="r">
              <a:buNone/>
              <a:defRPr sz="3543">
                <a:solidFill>
                  <a:schemeClr val="dk2"/>
                </a:solidFill>
              </a:defRPr>
            </a:lvl6pPr>
            <a:lvl7pPr lvl="6" algn="r">
              <a:buNone/>
              <a:defRPr sz="3543">
                <a:solidFill>
                  <a:schemeClr val="dk2"/>
                </a:solidFill>
              </a:defRPr>
            </a:lvl7pPr>
            <a:lvl8pPr lvl="7" algn="r">
              <a:buNone/>
              <a:defRPr sz="3543">
                <a:solidFill>
                  <a:schemeClr val="dk2"/>
                </a:solidFill>
              </a:defRPr>
            </a:lvl8pPr>
            <a:lvl9pPr lvl="8" algn="r">
              <a:buNone/>
              <a:defRPr sz="3543">
                <a:solidFill>
                  <a:schemeClr val="dk2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496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1.xml"/><Relationship Id="rId13" Type="http://schemas.openxmlformats.org/officeDocument/2006/relationships/image" Target="../media/image4.png"/><Relationship Id="rId18" Type="http://schemas.openxmlformats.org/officeDocument/2006/relationships/image" Target="../media/image9.png"/><Relationship Id="rId26" Type="http://schemas.openxmlformats.org/officeDocument/2006/relationships/image" Target="../media/image17.png"/><Relationship Id="rId3" Type="http://schemas.openxmlformats.org/officeDocument/2006/relationships/image" Target="../media/image1.png"/><Relationship Id="rId21" Type="http://schemas.openxmlformats.org/officeDocument/2006/relationships/image" Target="../media/image12.svg"/><Relationship Id="rId7" Type="http://schemas.openxmlformats.org/officeDocument/2006/relationships/image" Target="../media/image3.svg"/><Relationship Id="rId12" Type="http://schemas.microsoft.com/office/2007/relationships/diagramDrawing" Target="../diagrams/drawing1.xml"/><Relationship Id="rId17" Type="http://schemas.openxmlformats.org/officeDocument/2006/relationships/image" Target="../media/image8.png"/><Relationship Id="rId25" Type="http://schemas.openxmlformats.org/officeDocument/2006/relationships/image" Target="../media/image16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7.svg"/><Relationship Id="rId20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11" Type="http://schemas.openxmlformats.org/officeDocument/2006/relationships/diagramColors" Target="../diagrams/colors1.xml"/><Relationship Id="rId24" Type="http://schemas.openxmlformats.org/officeDocument/2006/relationships/image" Target="../media/image15.png"/><Relationship Id="rId5" Type="http://schemas.openxmlformats.org/officeDocument/2006/relationships/hyperlink" Target="https://doi.org/10.1016/j.est.2023.107269" TargetMode="External"/><Relationship Id="rId15" Type="http://schemas.openxmlformats.org/officeDocument/2006/relationships/image" Target="../media/image6.png"/><Relationship Id="rId23" Type="http://schemas.openxmlformats.org/officeDocument/2006/relationships/image" Target="../media/image14.svg"/><Relationship Id="rId28" Type="http://schemas.openxmlformats.org/officeDocument/2006/relationships/image" Target="../media/image19.jpg"/><Relationship Id="rId10" Type="http://schemas.openxmlformats.org/officeDocument/2006/relationships/diagramQuickStyle" Target="../diagrams/quickStyle1.xml"/><Relationship Id="rId19" Type="http://schemas.openxmlformats.org/officeDocument/2006/relationships/image" Target="../media/image10.svg"/><Relationship Id="rId4" Type="http://schemas.openxmlformats.org/officeDocument/2006/relationships/hyperlink" Target="https://doi.org/10.3390/catal10090969" TargetMode="External"/><Relationship Id="rId9" Type="http://schemas.openxmlformats.org/officeDocument/2006/relationships/diagramLayout" Target="../diagrams/layout1.xml"/><Relationship Id="rId14" Type="http://schemas.openxmlformats.org/officeDocument/2006/relationships/image" Target="../media/image5.svg"/><Relationship Id="rId22" Type="http://schemas.openxmlformats.org/officeDocument/2006/relationships/image" Target="../media/image13.png"/><Relationship Id="rId27" Type="http://schemas.openxmlformats.org/officeDocument/2006/relationships/image" Target="../media/image1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FE2F3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58;p13"/>
          <p:cNvSpPr/>
          <p:nvPr/>
        </p:nvSpPr>
        <p:spPr>
          <a:xfrm>
            <a:off x="-152400" y="-113816"/>
            <a:ext cx="32551688" cy="3847762"/>
          </a:xfrm>
          <a:prstGeom prst="rect">
            <a:avLst/>
          </a:prstGeom>
          <a:solidFill>
            <a:srgbClr val="1B3D6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4310" tIns="64310" rIns="64310" bIns="64310" anchor="ctr" anchorCtr="0">
            <a:noAutofit/>
          </a:bodyPr>
          <a:lstStyle/>
          <a:p>
            <a:endParaRPr sz="26248"/>
          </a:p>
        </p:txBody>
      </p:sp>
      <p:sp>
        <p:nvSpPr>
          <p:cNvPr id="7" name="Google Shape;59;p13"/>
          <p:cNvSpPr txBox="1"/>
          <p:nvPr/>
        </p:nvSpPr>
        <p:spPr>
          <a:xfrm>
            <a:off x="1" y="799393"/>
            <a:ext cx="32399288" cy="11455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310" tIns="64310" rIns="64310" bIns="64310" anchor="t" anchorCtr="0">
            <a:spAutoFit/>
          </a:bodyPr>
          <a:lstStyle/>
          <a:p>
            <a:pPr algn="ctr"/>
            <a:r>
              <a:rPr lang="en-GB" sz="6600" dirty="0">
                <a:solidFill>
                  <a:srgbClr val="FFFFFF"/>
                </a:solidFill>
                <a:latin typeface="+mj-lt"/>
              </a:rPr>
              <a:t>Supercapacitor Integrated Battery System for Electric Vehicle </a:t>
            </a:r>
          </a:p>
        </p:txBody>
      </p:sp>
      <p:sp>
        <p:nvSpPr>
          <p:cNvPr id="8" name="Google Shape;60;p13"/>
          <p:cNvSpPr txBox="1"/>
          <p:nvPr/>
        </p:nvSpPr>
        <p:spPr>
          <a:xfrm>
            <a:off x="-1" y="2981798"/>
            <a:ext cx="32399288" cy="6223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310" tIns="64310" rIns="64310" bIns="64310" anchor="t" anchorCtr="0">
            <a:spAutoFit/>
          </a:bodyPr>
          <a:lstStyle/>
          <a:p>
            <a:pPr algn="ctr"/>
            <a:r>
              <a:rPr lang="en-IN" sz="3200" b="1" dirty="0">
                <a:solidFill>
                  <a:srgbClr val="FFFFFF"/>
                </a:solidFill>
                <a:latin typeface="+mj-lt"/>
              </a:rPr>
              <a:t>Group 18</a:t>
            </a:r>
            <a:r>
              <a:rPr lang="en-IN" sz="3200" dirty="0">
                <a:solidFill>
                  <a:srgbClr val="FFFFFF"/>
                </a:solidFill>
                <a:latin typeface="+mj-lt"/>
              </a:rPr>
              <a:t>: Yash Udayan Paritkar (210070096), Zala </a:t>
            </a:r>
            <a:r>
              <a:rPr lang="en-IN" sz="3200" dirty="0" err="1">
                <a:solidFill>
                  <a:srgbClr val="FFFFFF"/>
                </a:solidFill>
                <a:latin typeface="+mj-lt"/>
              </a:rPr>
              <a:t>Mayursinh</a:t>
            </a:r>
            <a:r>
              <a:rPr lang="en-IN" sz="3200" dirty="0">
                <a:solidFill>
                  <a:srgbClr val="FFFFFF"/>
                </a:solidFill>
                <a:latin typeface="+mj-lt"/>
              </a:rPr>
              <a:t> </a:t>
            </a:r>
            <a:r>
              <a:rPr lang="en-IN" sz="3200" dirty="0" err="1">
                <a:solidFill>
                  <a:srgbClr val="FFFFFF"/>
                </a:solidFill>
                <a:latin typeface="+mj-lt"/>
              </a:rPr>
              <a:t>Meghrajsinh</a:t>
            </a:r>
            <a:r>
              <a:rPr lang="en-IN" sz="3200" dirty="0">
                <a:solidFill>
                  <a:srgbClr val="FFFFFF"/>
                </a:solidFill>
                <a:latin typeface="+mj-lt"/>
              </a:rPr>
              <a:t> (210070099)</a:t>
            </a:r>
            <a:endParaRPr sz="32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9" name="Google Shape;61;p13"/>
          <p:cNvSpPr txBox="1"/>
          <p:nvPr/>
        </p:nvSpPr>
        <p:spPr>
          <a:xfrm>
            <a:off x="24639138" y="241257"/>
            <a:ext cx="7129331" cy="45701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310" tIns="64310" rIns="64310" bIns="64310" anchor="t" anchorCtr="0">
            <a:spAutoFit/>
          </a:bodyPr>
          <a:lstStyle/>
          <a:p>
            <a:endParaRPr sz="2126">
              <a:solidFill>
                <a:srgbClr val="FFFFFF"/>
              </a:solidFill>
            </a:endParaRPr>
          </a:p>
        </p:txBody>
      </p:sp>
      <p:pic>
        <p:nvPicPr>
          <p:cNvPr id="50" name="Google Shape;102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7235" y="516923"/>
            <a:ext cx="2926684" cy="2671864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60;p13">
            <a:extLst>
              <a:ext uri="{FF2B5EF4-FFF2-40B4-BE49-F238E27FC236}">
                <a16:creationId xmlns:a16="http://schemas.microsoft.com/office/drawing/2014/main" id="{6DF178D5-C85E-EE15-79F7-72D699650D89}"/>
              </a:ext>
            </a:extLst>
          </p:cNvPr>
          <p:cNvSpPr txBox="1"/>
          <p:nvPr/>
        </p:nvSpPr>
        <p:spPr>
          <a:xfrm>
            <a:off x="0" y="2201451"/>
            <a:ext cx="32399288" cy="7454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4310" tIns="64310" rIns="64310" bIns="64310" anchor="t" anchorCtr="0">
            <a:spAutoFit/>
          </a:bodyPr>
          <a:lstStyle/>
          <a:p>
            <a:pPr algn="ctr"/>
            <a:r>
              <a:rPr lang="en-IN" sz="4000" dirty="0">
                <a:solidFill>
                  <a:srgbClr val="FFFFFF"/>
                </a:solidFill>
                <a:latin typeface="+mj-lt"/>
              </a:rPr>
              <a:t>EE6109: Electric Vehicle Powertrain | Course Project Presentation</a:t>
            </a:r>
            <a:endParaRPr sz="40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19" name="Google Shape;67;p13">
            <a:extLst>
              <a:ext uri="{FF2B5EF4-FFF2-40B4-BE49-F238E27FC236}">
                <a16:creationId xmlns:a16="http://schemas.microsoft.com/office/drawing/2014/main" id="{96B48379-1923-CE3F-3249-04622EEDDF86}"/>
              </a:ext>
            </a:extLst>
          </p:cNvPr>
          <p:cNvSpPr txBox="1"/>
          <p:nvPr/>
        </p:nvSpPr>
        <p:spPr>
          <a:xfrm>
            <a:off x="22443706" y="4462320"/>
            <a:ext cx="9720000" cy="435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2430" tIns="42430" rIns="42430" bIns="42430" anchor="t" anchorCtr="0">
            <a:spAutoFit/>
          </a:bodyPr>
          <a:lstStyle/>
          <a:p>
            <a:endParaRPr sz="1417"/>
          </a:p>
        </p:txBody>
      </p:sp>
      <p:sp>
        <p:nvSpPr>
          <p:cNvPr id="323" name="Google Shape;135;p13">
            <a:extLst>
              <a:ext uri="{FF2B5EF4-FFF2-40B4-BE49-F238E27FC236}">
                <a16:creationId xmlns:a16="http://schemas.microsoft.com/office/drawing/2014/main" id="{CBA4309B-DDB0-CF56-BA4C-1B5EC394672D}"/>
              </a:ext>
            </a:extLst>
          </p:cNvPr>
          <p:cNvSpPr txBox="1"/>
          <p:nvPr/>
        </p:nvSpPr>
        <p:spPr>
          <a:xfrm>
            <a:off x="22370381" y="7985098"/>
            <a:ext cx="9720000" cy="2141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997" tIns="51997" rIns="51997" bIns="51997" anchor="t" anchorCtr="0">
            <a:spAutoFit/>
          </a:bodyPr>
          <a:lstStyle/>
          <a:p>
            <a:r>
              <a:rPr lang="en" sz="709" b="1">
                <a:solidFill>
                  <a:schemeClr val="lt1"/>
                </a:solidFill>
              </a:rPr>
              <a:t>  </a:t>
            </a:r>
            <a:endParaRPr sz="709">
              <a:solidFill>
                <a:schemeClr val="lt1"/>
              </a:solidFill>
            </a:endParaRPr>
          </a:p>
        </p:txBody>
      </p:sp>
      <p:sp>
        <p:nvSpPr>
          <p:cNvPr id="333" name="Google Shape;68;p13">
            <a:extLst>
              <a:ext uri="{FF2B5EF4-FFF2-40B4-BE49-F238E27FC236}">
                <a16:creationId xmlns:a16="http://schemas.microsoft.com/office/drawing/2014/main" id="{B7E743F5-CC8F-DC0C-FCD8-C7E867F17265}"/>
              </a:ext>
            </a:extLst>
          </p:cNvPr>
          <p:cNvSpPr/>
          <p:nvPr/>
        </p:nvSpPr>
        <p:spPr>
          <a:xfrm>
            <a:off x="11159643" y="4278482"/>
            <a:ext cx="10080000" cy="4648435"/>
          </a:xfrm>
          <a:prstGeom prst="roundRect">
            <a:avLst>
              <a:gd name="adj" fmla="val 2348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r>
              <a:rPr lang="en-IN" sz="709" dirty="0"/>
              <a:t>t</a:t>
            </a:r>
            <a:endParaRPr sz="709" dirty="0"/>
          </a:p>
        </p:txBody>
      </p:sp>
      <p:sp>
        <p:nvSpPr>
          <p:cNvPr id="334" name="Google Shape;69;p13">
            <a:extLst>
              <a:ext uri="{FF2B5EF4-FFF2-40B4-BE49-F238E27FC236}">
                <a16:creationId xmlns:a16="http://schemas.microsoft.com/office/drawing/2014/main" id="{07815601-73C8-0329-D600-A90EE1207AA5}"/>
              </a:ext>
            </a:extLst>
          </p:cNvPr>
          <p:cNvSpPr/>
          <p:nvPr/>
        </p:nvSpPr>
        <p:spPr>
          <a:xfrm>
            <a:off x="11159643" y="4301870"/>
            <a:ext cx="10080000" cy="9684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B3D6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endParaRPr sz="26248"/>
          </a:p>
        </p:txBody>
      </p:sp>
      <p:sp>
        <p:nvSpPr>
          <p:cNvPr id="335" name="Google Shape;70;p13">
            <a:extLst>
              <a:ext uri="{FF2B5EF4-FFF2-40B4-BE49-F238E27FC236}">
                <a16:creationId xmlns:a16="http://schemas.microsoft.com/office/drawing/2014/main" id="{F5BFCD59-07D6-602A-2A1A-001B188B2C3A}"/>
              </a:ext>
            </a:extLst>
          </p:cNvPr>
          <p:cNvSpPr txBox="1"/>
          <p:nvPr/>
        </p:nvSpPr>
        <p:spPr>
          <a:xfrm>
            <a:off x="11159643" y="4511880"/>
            <a:ext cx="10080000" cy="59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808" tIns="48808" rIns="48808" bIns="48808" anchor="t" anchorCtr="0">
            <a:spAutoFit/>
          </a:bodyPr>
          <a:lstStyle/>
          <a:p>
            <a:pPr algn="ctr"/>
            <a:r>
              <a:rPr lang="en" sz="3200" b="1" dirty="0">
                <a:solidFill>
                  <a:srgbClr val="FFFFFF"/>
                </a:solidFill>
              </a:rPr>
              <a:t>Simulation setup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347" name="Google Shape;68;p13">
            <a:extLst>
              <a:ext uri="{FF2B5EF4-FFF2-40B4-BE49-F238E27FC236}">
                <a16:creationId xmlns:a16="http://schemas.microsoft.com/office/drawing/2014/main" id="{79EADAF6-1CCE-8866-D630-DC6695FE4DBD}"/>
              </a:ext>
            </a:extLst>
          </p:cNvPr>
          <p:cNvSpPr/>
          <p:nvPr/>
        </p:nvSpPr>
        <p:spPr>
          <a:xfrm>
            <a:off x="630817" y="8581532"/>
            <a:ext cx="10080000" cy="7584435"/>
          </a:xfrm>
          <a:prstGeom prst="roundRect">
            <a:avLst>
              <a:gd name="adj" fmla="val 2348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r>
              <a:rPr lang="en-IN" sz="709" dirty="0"/>
              <a:t>t</a:t>
            </a:r>
            <a:endParaRPr sz="709" dirty="0"/>
          </a:p>
        </p:txBody>
      </p:sp>
      <p:sp>
        <p:nvSpPr>
          <p:cNvPr id="348" name="Google Shape;69;p13">
            <a:extLst>
              <a:ext uri="{FF2B5EF4-FFF2-40B4-BE49-F238E27FC236}">
                <a16:creationId xmlns:a16="http://schemas.microsoft.com/office/drawing/2014/main" id="{EBDAAA11-3F92-1309-ECE2-E4490795E35B}"/>
              </a:ext>
            </a:extLst>
          </p:cNvPr>
          <p:cNvSpPr/>
          <p:nvPr/>
        </p:nvSpPr>
        <p:spPr>
          <a:xfrm>
            <a:off x="620189" y="8567914"/>
            <a:ext cx="10080000" cy="9684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B3D6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endParaRPr sz="26248"/>
          </a:p>
        </p:txBody>
      </p:sp>
      <p:sp>
        <p:nvSpPr>
          <p:cNvPr id="349" name="Google Shape;70;p13">
            <a:extLst>
              <a:ext uri="{FF2B5EF4-FFF2-40B4-BE49-F238E27FC236}">
                <a16:creationId xmlns:a16="http://schemas.microsoft.com/office/drawing/2014/main" id="{02DA661D-9624-084A-F471-00A1AE28C24F}"/>
              </a:ext>
            </a:extLst>
          </p:cNvPr>
          <p:cNvSpPr txBox="1"/>
          <p:nvPr/>
        </p:nvSpPr>
        <p:spPr>
          <a:xfrm>
            <a:off x="630817" y="8814930"/>
            <a:ext cx="10080000" cy="59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808" tIns="48808" rIns="48808" bIns="48808" anchor="t" anchorCtr="0">
            <a:spAutoFit/>
          </a:bodyPr>
          <a:lstStyle/>
          <a:p>
            <a:pPr algn="ctr"/>
            <a:r>
              <a:rPr lang="en" sz="3200" b="1" dirty="0">
                <a:solidFill>
                  <a:srgbClr val="FFFFFF"/>
                </a:solidFill>
              </a:rPr>
              <a:t>Batteries in eV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350" name="Google Shape;68;p13">
            <a:extLst>
              <a:ext uri="{FF2B5EF4-FFF2-40B4-BE49-F238E27FC236}">
                <a16:creationId xmlns:a16="http://schemas.microsoft.com/office/drawing/2014/main" id="{29C71A51-8D0A-35B3-38E6-8701FBEA7457}"/>
              </a:ext>
            </a:extLst>
          </p:cNvPr>
          <p:cNvSpPr/>
          <p:nvPr/>
        </p:nvSpPr>
        <p:spPr>
          <a:xfrm>
            <a:off x="21688469" y="4246698"/>
            <a:ext cx="10080000" cy="4674163"/>
          </a:xfrm>
          <a:prstGeom prst="roundRect">
            <a:avLst>
              <a:gd name="adj" fmla="val 2348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r>
              <a:rPr lang="en-IN" sz="709" dirty="0"/>
              <a:t>t</a:t>
            </a:r>
            <a:endParaRPr sz="709" dirty="0"/>
          </a:p>
        </p:txBody>
      </p:sp>
      <p:sp>
        <p:nvSpPr>
          <p:cNvPr id="351" name="Google Shape;69;p13">
            <a:extLst>
              <a:ext uri="{FF2B5EF4-FFF2-40B4-BE49-F238E27FC236}">
                <a16:creationId xmlns:a16="http://schemas.microsoft.com/office/drawing/2014/main" id="{3CF7FCA5-435C-8B84-AD8C-58FDC9328040}"/>
              </a:ext>
            </a:extLst>
          </p:cNvPr>
          <p:cNvSpPr/>
          <p:nvPr/>
        </p:nvSpPr>
        <p:spPr>
          <a:xfrm>
            <a:off x="21688469" y="4270086"/>
            <a:ext cx="10080000" cy="9684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B3D6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endParaRPr sz="26248"/>
          </a:p>
        </p:txBody>
      </p:sp>
      <p:sp>
        <p:nvSpPr>
          <p:cNvPr id="352" name="Google Shape;70;p13">
            <a:extLst>
              <a:ext uri="{FF2B5EF4-FFF2-40B4-BE49-F238E27FC236}">
                <a16:creationId xmlns:a16="http://schemas.microsoft.com/office/drawing/2014/main" id="{5C5F430E-5CEA-CBA6-1F6B-CE9E5B9E3BB9}"/>
              </a:ext>
            </a:extLst>
          </p:cNvPr>
          <p:cNvSpPr txBox="1"/>
          <p:nvPr/>
        </p:nvSpPr>
        <p:spPr>
          <a:xfrm>
            <a:off x="21688469" y="4480096"/>
            <a:ext cx="10080000" cy="59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808" tIns="48808" rIns="48808" bIns="48808" anchor="t" anchorCtr="0">
            <a:spAutoFit/>
          </a:bodyPr>
          <a:lstStyle/>
          <a:p>
            <a:pPr algn="ctr"/>
            <a:r>
              <a:rPr lang="en-IN" sz="3200" b="1" dirty="0">
                <a:solidFill>
                  <a:srgbClr val="FFFFFF"/>
                </a:solidFill>
              </a:rPr>
              <a:t>Simulation Algorithm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353" name="Google Shape;68;p13">
            <a:extLst>
              <a:ext uri="{FF2B5EF4-FFF2-40B4-BE49-F238E27FC236}">
                <a16:creationId xmlns:a16="http://schemas.microsoft.com/office/drawing/2014/main" id="{6B7EFA98-A1DA-155C-9B33-E89AB0CDF1CB}"/>
              </a:ext>
            </a:extLst>
          </p:cNvPr>
          <p:cNvSpPr/>
          <p:nvPr/>
        </p:nvSpPr>
        <p:spPr>
          <a:xfrm>
            <a:off x="21688469" y="33598413"/>
            <a:ext cx="10080000" cy="8774964"/>
          </a:xfrm>
          <a:prstGeom prst="roundRect">
            <a:avLst>
              <a:gd name="adj" fmla="val 2348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r>
              <a:rPr lang="en-IN" sz="709" dirty="0"/>
              <a:t>t</a:t>
            </a:r>
            <a:endParaRPr sz="709" dirty="0"/>
          </a:p>
        </p:txBody>
      </p:sp>
      <p:sp>
        <p:nvSpPr>
          <p:cNvPr id="354" name="Google Shape;69;p13">
            <a:extLst>
              <a:ext uri="{FF2B5EF4-FFF2-40B4-BE49-F238E27FC236}">
                <a16:creationId xmlns:a16="http://schemas.microsoft.com/office/drawing/2014/main" id="{75D59CB7-2E85-EBC0-DA22-6E1F1ED547DF}"/>
              </a:ext>
            </a:extLst>
          </p:cNvPr>
          <p:cNvSpPr/>
          <p:nvPr/>
        </p:nvSpPr>
        <p:spPr>
          <a:xfrm>
            <a:off x="21688469" y="33621801"/>
            <a:ext cx="10080000" cy="982018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B3D6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endParaRPr sz="26248"/>
          </a:p>
        </p:txBody>
      </p:sp>
      <p:sp>
        <p:nvSpPr>
          <p:cNvPr id="355" name="Google Shape;70;p13">
            <a:extLst>
              <a:ext uri="{FF2B5EF4-FFF2-40B4-BE49-F238E27FC236}">
                <a16:creationId xmlns:a16="http://schemas.microsoft.com/office/drawing/2014/main" id="{39915C52-7612-0947-25E4-B79C3F261E13}"/>
              </a:ext>
            </a:extLst>
          </p:cNvPr>
          <p:cNvSpPr txBox="1"/>
          <p:nvPr/>
        </p:nvSpPr>
        <p:spPr>
          <a:xfrm>
            <a:off x="21688469" y="33831811"/>
            <a:ext cx="10080000" cy="59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808" tIns="48808" rIns="48808" bIns="48808" anchor="t" anchorCtr="0">
            <a:spAutoFit/>
          </a:bodyPr>
          <a:lstStyle/>
          <a:p>
            <a:pPr algn="ctr"/>
            <a:r>
              <a:rPr lang="en" sz="3200" b="1" dirty="0">
                <a:solidFill>
                  <a:srgbClr val="FFFFFF"/>
                </a:solidFill>
              </a:rPr>
              <a:t>References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356" name="TextBox 355">
            <a:extLst>
              <a:ext uri="{FF2B5EF4-FFF2-40B4-BE49-F238E27FC236}">
                <a16:creationId xmlns:a16="http://schemas.microsoft.com/office/drawing/2014/main" id="{4536B42B-C8AC-B710-AF6F-1D9E9FB0ED36}"/>
              </a:ext>
            </a:extLst>
          </p:cNvPr>
          <p:cNvSpPr txBox="1"/>
          <p:nvPr/>
        </p:nvSpPr>
        <p:spPr>
          <a:xfrm>
            <a:off x="21983700" y="34603820"/>
            <a:ext cx="9486900" cy="7478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400" b="0" i="0" dirty="0">
                <a:solidFill>
                  <a:srgbClr val="222222"/>
                </a:solidFill>
                <a:effectLst/>
                <a:latin typeface="+mn-lt"/>
              </a:rPr>
              <a:t>[1] </a:t>
            </a:r>
            <a:r>
              <a:rPr lang="en-GB" sz="2400" b="0" i="0" dirty="0" err="1">
                <a:solidFill>
                  <a:srgbClr val="222222"/>
                </a:solidFill>
                <a:effectLst/>
                <a:latin typeface="+mn-lt"/>
              </a:rPr>
              <a:t>Forouzandeh</a:t>
            </a:r>
            <a:r>
              <a:rPr lang="en-GB" sz="2400" b="0" i="0" dirty="0">
                <a:solidFill>
                  <a:srgbClr val="222222"/>
                </a:solidFill>
                <a:effectLst/>
                <a:latin typeface="+mn-lt"/>
              </a:rPr>
              <a:t>, P.; </a:t>
            </a:r>
            <a:r>
              <a:rPr lang="en-GB" sz="2400" b="0" i="0" dirty="0" err="1">
                <a:solidFill>
                  <a:srgbClr val="222222"/>
                </a:solidFill>
                <a:effectLst/>
                <a:latin typeface="+mn-lt"/>
              </a:rPr>
              <a:t>Kumaravel</a:t>
            </a:r>
            <a:r>
              <a:rPr lang="en-GB" sz="2400" b="0" i="0" dirty="0">
                <a:solidFill>
                  <a:srgbClr val="222222"/>
                </a:solidFill>
                <a:effectLst/>
                <a:latin typeface="+mn-lt"/>
              </a:rPr>
              <a:t>, V.; Pillai, S.C. Electrode Materials for Supercapacitors: A Review of Recent Advances. </a:t>
            </a:r>
            <a:r>
              <a:rPr lang="en-GB" sz="2400" b="0" i="1" dirty="0">
                <a:solidFill>
                  <a:srgbClr val="222222"/>
                </a:solidFill>
                <a:effectLst/>
                <a:latin typeface="+mn-lt"/>
              </a:rPr>
              <a:t>Catalysts</a:t>
            </a:r>
            <a:r>
              <a:rPr lang="en-GB" sz="2400" b="0" i="0" dirty="0">
                <a:solidFill>
                  <a:srgbClr val="222222"/>
                </a:solidFill>
                <a:effectLst/>
                <a:latin typeface="+mn-lt"/>
              </a:rPr>
              <a:t> </a:t>
            </a:r>
            <a:r>
              <a:rPr lang="en-GB" sz="2400" b="1" i="0" dirty="0">
                <a:solidFill>
                  <a:srgbClr val="222222"/>
                </a:solidFill>
                <a:effectLst/>
                <a:latin typeface="+mn-lt"/>
              </a:rPr>
              <a:t>2020</a:t>
            </a:r>
            <a:r>
              <a:rPr lang="en-GB" sz="2400" b="0" i="0" dirty="0">
                <a:solidFill>
                  <a:srgbClr val="222222"/>
                </a:solidFill>
                <a:effectLst/>
                <a:latin typeface="+mn-lt"/>
              </a:rPr>
              <a:t>, </a:t>
            </a:r>
            <a:r>
              <a:rPr lang="en-GB" sz="2400" b="0" i="1" dirty="0">
                <a:solidFill>
                  <a:srgbClr val="222222"/>
                </a:solidFill>
                <a:effectLst/>
                <a:latin typeface="+mn-lt"/>
              </a:rPr>
              <a:t>10</a:t>
            </a:r>
            <a:r>
              <a:rPr lang="en-GB" sz="2400" b="0" i="0" dirty="0">
                <a:solidFill>
                  <a:srgbClr val="222222"/>
                </a:solidFill>
                <a:effectLst/>
                <a:latin typeface="+mn-lt"/>
              </a:rPr>
              <a:t>, 969. </a:t>
            </a:r>
            <a:r>
              <a:rPr lang="en-GB" sz="2400" b="0" i="0" dirty="0">
                <a:solidFill>
                  <a:srgbClr val="222222"/>
                </a:solidFill>
                <a:effectLst/>
                <a:latin typeface="+mn-lt"/>
                <a:hlinkClick r:id="rId4"/>
              </a:rPr>
              <a:t>https://doi.org/10.3390/catal10090969</a:t>
            </a:r>
            <a:endParaRPr lang="en-GB" sz="2400" b="0" i="0" dirty="0">
              <a:solidFill>
                <a:srgbClr val="222222"/>
              </a:solidFill>
              <a:effectLst/>
              <a:latin typeface="+mn-lt"/>
            </a:endParaRPr>
          </a:p>
          <a:p>
            <a:r>
              <a:rPr lang="en-IN" sz="2400" dirty="0">
                <a:latin typeface="+mn-lt"/>
              </a:rPr>
              <a:t>[2] A. A. </a:t>
            </a:r>
            <a:r>
              <a:rPr lang="en-IN" sz="2400" dirty="0" err="1">
                <a:latin typeface="+mn-lt"/>
              </a:rPr>
              <a:t>Nakad</a:t>
            </a:r>
            <a:r>
              <a:rPr lang="en-IN" sz="2400" dirty="0">
                <a:latin typeface="+mn-lt"/>
              </a:rPr>
              <a:t>, M. Madi, O. Aaker, E. L. </a:t>
            </a:r>
            <a:r>
              <a:rPr lang="en-IN" sz="2400" dirty="0" err="1">
                <a:latin typeface="+mn-lt"/>
              </a:rPr>
              <a:t>Ntantis</a:t>
            </a:r>
            <a:r>
              <a:rPr lang="en-IN" sz="2400" dirty="0">
                <a:latin typeface="+mn-lt"/>
              </a:rPr>
              <a:t> and K. Y. </a:t>
            </a:r>
            <a:r>
              <a:rPr lang="en-IN" sz="2400" dirty="0" err="1">
                <a:latin typeface="+mn-lt"/>
              </a:rPr>
              <a:t>Kabalan</a:t>
            </a:r>
            <a:r>
              <a:rPr lang="en-IN" sz="2400" dirty="0">
                <a:latin typeface="+mn-lt"/>
              </a:rPr>
              <a:t>, "Comparing supercapacitors to lithium-ion batteries through measurements and simulations," International Conference on Electric Vehicle and Vehicle Engineering (CEVVE 2023), Shenzhen, China, 2023, pp. 28-33, </a:t>
            </a:r>
            <a:r>
              <a:rPr lang="en-IN" sz="2400" dirty="0" err="1">
                <a:latin typeface="+mn-lt"/>
              </a:rPr>
              <a:t>doi</a:t>
            </a:r>
            <a:r>
              <a:rPr lang="en-IN" sz="2400" dirty="0">
                <a:latin typeface="+mn-lt"/>
              </a:rPr>
              <a:t>: 10.1049/icp.2023.3348.</a:t>
            </a:r>
          </a:p>
          <a:p>
            <a:r>
              <a:rPr lang="en-IN" sz="2400" dirty="0">
                <a:latin typeface="+mn-lt"/>
              </a:rPr>
              <a:t>[3]</a:t>
            </a:r>
            <a:r>
              <a:rPr lang="en-GB" sz="2400" dirty="0">
                <a:latin typeface="+mn-lt"/>
              </a:rPr>
              <a:t> </a:t>
            </a:r>
            <a:r>
              <a:rPr lang="en-GB" sz="2400" dirty="0" err="1">
                <a:latin typeface="+mn-lt"/>
              </a:rPr>
              <a:t>Lingcong</a:t>
            </a:r>
            <a:r>
              <a:rPr lang="en-GB" sz="2400" dirty="0">
                <a:latin typeface="+mn-lt"/>
              </a:rPr>
              <a:t> Guo, Pan Hu, Hong Wei, Development of supercapacitor hybrid electric vehicle, Journal of Energy Storage, Volume 65, 2023, 107269, ISSN 2352-152X, </a:t>
            </a:r>
            <a:r>
              <a:rPr lang="en-GB" sz="2400" dirty="0">
                <a:latin typeface="+mn-lt"/>
                <a:hlinkClick r:id="rId5"/>
              </a:rPr>
              <a:t>https://doi.org/10.1016/j.est.2023.107269</a:t>
            </a:r>
            <a:r>
              <a:rPr lang="en-GB" sz="2400" dirty="0">
                <a:latin typeface="+mn-lt"/>
              </a:rPr>
              <a:t>.</a:t>
            </a:r>
          </a:p>
          <a:p>
            <a:r>
              <a:rPr lang="en-GB" sz="2400" b="0" i="0" dirty="0">
                <a:solidFill>
                  <a:srgbClr val="222222"/>
                </a:solidFill>
                <a:effectLst/>
                <a:latin typeface="+mn-lt"/>
              </a:rPr>
              <a:t>[4] </a:t>
            </a:r>
            <a:r>
              <a:rPr lang="en-GB" sz="2400" b="0" i="0" dirty="0" err="1">
                <a:solidFill>
                  <a:srgbClr val="222222"/>
                </a:solidFill>
                <a:effectLst/>
                <a:latin typeface="+mn-lt"/>
              </a:rPr>
              <a:t>Lemian</a:t>
            </a:r>
            <a:r>
              <a:rPr lang="en-GB" sz="2400" b="0" i="0" dirty="0">
                <a:solidFill>
                  <a:srgbClr val="222222"/>
                </a:solidFill>
                <a:effectLst/>
                <a:latin typeface="+mn-lt"/>
              </a:rPr>
              <a:t>, D.; Bode, F. Battery-Supercapacitor Energy Storage Systems for Electrical Vehicles: A Review. </a:t>
            </a:r>
            <a:r>
              <a:rPr lang="en-GB" sz="2400" b="0" i="1" dirty="0">
                <a:solidFill>
                  <a:srgbClr val="222222"/>
                </a:solidFill>
                <a:effectLst/>
                <a:latin typeface="+mn-lt"/>
              </a:rPr>
              <a:t>Energies</a:t>
            </a:r>
            <a:r>
              <a:rPr lang="en-GB" sz="2400" b="0" i="0" dirty="0">
                <a:solidFill>
                  <a:srgbClr val="222222"/>
                </a:solidFill>
                <a:effectLst/>
                <a:latin typeface="+mn-lt"/>
              </a:rPr>
              <a:t> </a:t>
            </a:r>
            <a:r>
              <a:rPr lang="en-GB" sz="2400" b="1" i="0" dirty="0">
                <a:solidFill>
                  <a:srgbClr val="222222"/>
                </a:solidFill>
                <a:effectLst/>
                <a:latin typeface="+mn-lt"/>
              </a:rPr>
              <a:t>2022</a:t>
            </a:r>
            <a:r>
              <a:rPr lang="en-GB" sz="2400" b="0" i="0" dirty="0">
                <a:solidFill>
                  <a:srgbClr val="222222"/>
                </a:solidFill>
                <a:effectLst/>
                <a:latin typeface="+mn-lt"/>
              </a:rPr>
              <a:t>, </a:t>
            </a:r>
            <a:r>
              <a:rPr lang="en-GB" sz="2400" b="0" i="1" dirty="0">
                <a:solidFill>
                  <a:srgbClr val="222222"/>
                </a:solidFill>
                <a:effectLst/>
                <a:latin typeface="+mn-lt"/>
              </a:rPr>
              <a:t>15</a:t>
            </a:r>
            <a:r>
              <a:rPr lang="en-GB" sz="2400" b="0" i="0" dirty="0">
                <a:solidFill>
                  <a:srgbClr val="222222"/>
                </a:solidFill>
                <a:effectLst/>
                <a:latin typeface="+mn-lt"/>
              </a:rPr>
              <a:t>, 5683.</a:t>
            </a:r>
            <a:endParaRPr lang="en-IN" sz="2400" dirty="0">
              <a:latin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GitHub link for the project: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dirty="0">
                <a:latin typeface="+mn-lt"/>
              </a:rPr>
              <a:t>https://github.com/paritkary25/ee6109/</a:t>
            </a:r>
          </a:p>
          <a:p>
            <a:endParaRPr lang="en-IN" sz="2400" dirty="0">
              <a:latin typeface="+mn-lt"/>
            </a:endParaRPr>
          </a:p>
          <a:p>
            <a:endParaRPr lang="en-IN" sz="2400" dirty="0">
              <a:latin typeface="+mn-lt"/>
            </a:endParaRPr>
          </a:p>
          <a:p>
            <a:endParaRPr lang="en-GB" sz="2400" dirty="0">
              <a:solidFill>
                <a:srgbClr val="222222"/>
              </a:solidFill>
              <a:latin typeface="+mn-lt"/>
            </a:endParaRPr>
          </a:p>
        </p:txBody>
      </p:sp>
      <p:sp>
        <p:nvSpPr>
          <p:cNvPr id="357" name="TextBox 356">
            <a:extLst>
              <a:ext uri="{FF2B5EF4-FFF2-40B4-BE49-F238E27FC236}">
                <a16:creationId xmlns:a16="http://schemas.microsoft.com/office/drawing/2014/main" id="{B8A6B299-1866-5B8F-C1D4-CFFBE2D4124B}"/>
              </a:ext>
            </a:extLst>
          </p:cNvPr>
          <p:cNvSpPr txBox="1"/>
          <p:nvPr/>
        </p:nvSpPr>
        <p:spPr>
          <a:xfrm>
            <a:off x="847235" y="9610326"/>
            <a:ext cx="9681589" cy="65556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Batteries, being </a:t>
            </a:r>
            <a:r>
              <a:rPr lang="en-IN" sz="2800" b="1" dirty="0">
                <a:solidFill>
                  <a:schemeClr val="tx1"/>
                </a:solidFill>
              </a:rPr>
              <a:t>primary energy storage, </a:t>
            </a:r>
            <a:r>
              <a:rPr lang="en-IN" sz="2800" dirty="0">
                <a:solidFill>
                  <a:schemeClr val="tx1"/>
                </a:solidFill>
              </a:rPr>
              <a:t>unit forms an integral part of electric vehicles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tx1"/>
                </a:solidFill>
              </a:rPr>
              <a:t>Efficiency, energy density, power density and durability </a:t>
            </a:r>
            <a:r>
              <a:rPr lang="en-IN" sz="2800" dirty="0">
                <a:solidFill>
                  <a:schemeClr val="tx1"/>
                </a:solidFill>
              </a:rPr>
              <a:t>are important parameters regarding batteries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Most of the modern electric vehicles use Li-ion batteries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sz="2800" dirty="0">
                <a:solidFill>
                  <a:schemeClr val="tx1"/>
                </a:solidFill>
              </a:rPr>
              <a:t>These batteries are favoured for their high energy-to-weight ratio, low self-discharge rate, and ability to handle multiple charge cycles effectively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Li-ion batteries have </a:t>
            </a:r>
            <a:r>
              <a:rPr lang="en-IN" sz="2800" b="1" dirty="0">
                <a:solidFill>
                  <a:schemeClr val="tx1"/>
                </a:solidFill>
              </a:rPr>
              <a:t>low peak discharge rate and charge rate</a:t>
            </a:r>
            <a:endParaRPr lang="en-IN" sz="2800" dirty="0">
              <a:solidFill>
                <a:schemeClr val="tx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This limits the ability to charge and accelerate quickly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Since this is a chemical-redox-based battery, it can only last a </a:t>
            </a:r>
            <a:r>
              <a:rPr lang="en-IN" sz="2800" b="1" dirty="0">
                <a:solidFill>
                  <a:schemeClr val="tx1"/>
                </a:solidFill>
              </a:rPr>
              <a:t>limited charge cycles </a:t>
            </a:r>
            <a:r>
              <a:rPr lang="en-IN" sz="2800" dirty="0">
                <a:solidFill>
                  <a:schemeClr val="tx1"/>
                </a:solidFill>
              </a:rPr>
              <a:t>(~500-1000)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This again limits our ability to regenerate energy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365" name="Google Shape;68;p13">
            <a:extLst>
              <a:ext uri="{FF2B5EF4-FFF2-40B4-BE49-F238E27FC236}">
                <a16:creationId xmlns:a16="http://schemas.microsoft.com/office/drawing/2014/main" id="{C4F1164A-D81A-F171-8398-4CDD46687064}"/>
              </a:ext>
            </a:extLst>
          </p:cNvPr>
          <p:cNvSpPr/>
          <p:nvPr/>
        </p:nvSpPr>
        <p:spPr>
          <a:xfrm>
            <a:off x="630817" y="16335496"/>
            <a:ext cx="10080000" cy="6536426"/>
          </a:xfrm>
          <a:prstGeom prst="roundRect">
            <a:avLst>
              <a:gd name="adj" fmla="val 2348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r>
              <a:rPr lang="en-IN" sz="709" dirty="0"/>
              <a:t>t</a:t>
            </a:r>
            <a:endParaRPr sz="709" dirty="0"/>
          </a:p>
        </p:txBody>
      </p:sp>
      <p:sp>
        <p:nvSpPr>
          <p:cNvPr id="366" name="Google Shape;69;p13">
            <a:extLst>
              <a:ext uri="{FF2B5EF4-FFF2-40B4-BE49-F238E27FC236}">
                <a16:creationId xmlns:a16="http://schemas.microsoft.com/office/drawing/2014/main" id="{DFDD5FC9-CC05-0B66-7BA3-FA5F1695F2D4}"/>
              </a:ext>
            </a:extLst>
          </p:cNvPr>
          <p:cNvSpPr/>
          <p:nvPr/>
        </p:nvSpPr>
        <p:spPr>
          <a:xfrm>
            <a:off x="630817" y="16358884"/>
            <a:ext cx="10080000" cy="9684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B3D6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endParaRPr sz="26248" dirty="0"/>
          </a:p>
        </p:txBody>
      </p:sp>
      <p:sp>
        <p:nvSpPr>
          <p:cNvPr id="367" name="Google Shape;70;p13">
            <a:extLst>
              <a:ext uri="{FF2B5EF4-FFF2-40B4-BE49-F238E27FC236}">
                <a16:creationId xmlns:a16="http://schemas.microsoft.com/office/drawing/2014/main" id="{92C4A8E9-7A41-AA19-263E-167D9504BC76}"/>
              </a:ext>
            </a:extLst>
          </p:cNvPr>
          <p:cNvSpPr txBox="1"/>
          <p:nvPr/>
        </p:nvSpPr>
        <p:spPr>
          <a:xfrm>
            <a:off x="630817" y="16568894"/>
            <a:ext cx="10080000" cy="59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808" tIns="48808" rIns="48808" bIns="48808" anchor="t" anchorCtr="0">
            <a:spAutoFit/>
          </a:bodyPr>
          <a:lstStyle/>
          <a:p>
            <a:pPr algn="ctr"/>
            <a:r>
              <a:rPr lang="en" sz="3200" b="1" dirty="0">
                <a:solidFill>
                  <a:srgbClr val="FFFFFF"/>
                </a:solidFill>
              </a:rPr>
              <a:t>Supercapacitors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368" name="TextBox 367">
            <a:extLst>
              <a:ext uri="{FF2B5EF4-FFF2-40B4-BE49-F238E27FC236}">
                <a16:creationId xmlns:a16="http://schemas.microsoft.com/office/drawing/2014/main" id="{E899CDB5-2F45-4552-D17A-D83B18C8D560}"/>
              </a:ext>
            </a:extLst>
          </p:cNvPr>
          <p:cNvSpPr txBox="1"/>
          <p:nvPr/>
        </p:nvSpPr>
        <p:spPr>
          <a:xfrm>
            <a:off x="847235" y="17340902"/>
            <a:ext cx="9681589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Supercapacitors (SC) are essentially </a:t>
            </a:r>
            <a:r>
              <a:rPr lang="en-IN" sz="2800" b="1" dirty="0">
                <a:solidFill>
                  <a:schemeClr val="tx1"/>
                </a:solidFill>
              </a:rPr>
              <a:t>high-capacity </a:t>
            </a:r>
            <a:r>
              <a:rPr lang="en-IN" sz="2800" dirty="0">
                <a:solidFill>
                  <a:schemeClr val="tx1"/>
                </a:solidFill>
              </a:rPr>
              <a:t>capacitors with capacitance of the order of 1 F [1]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Although they have lower voltage limits than the capacitors of the order of few volts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They use </a:t>
            </a:r>
            <a:r>
              <a:rPr lang="en-IN" sz="2800" b="1" dirty="0"/>
              <a:t>electrostatic double-layer capacitance </a:t>
            </a:r>
            <a:r>
              <a:rPr lang="en-IN" sz="2800" dirty="0"/>
              <a:t>and electrochemical psuedocapacitance for energy storage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Since their main storage is not faradic, they tend to last for </a:t>
            </a:r>
            <a:r>
              <a:rPr lang="en-IN" sz="2800" b="1" dirty="0"/>
              <a:t>high number of charge cycles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The main disadvantage of the supercapacitor is their </a:t>
            </a:r>
            <a:r>
              <a:rPr lang="en-IN" sz="2800" b="1" dirty="0"/>
              <a:t>higher leakage </a:t>
            </a:r>
            <a:r>
              <a:rPr lang="en-IN" sz="2800" dirty="0"/>
              <a:t>over time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Hence typically used </a:t>
            </a:r>
            <a:r>
              <a:rPr lang="en-IN" sz="2800" b="1" dirty="0"/>
              <a:t>for burst-mode power delivery </a:t>
            </a:r>
            <a:r>
              <a:rPr lang="en-IN" sz="2800" dirty="0"/>
              <a:t>and storage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369" name="Google Shape;68;p13">
            <a:extLst>
              <a:ext uri="{FF2B5EF4-FFF2-40B4-BE49-F238E27FC236}">
                <a16:creationId xmlns:a16="http://schemas.microsoft.com/office/drawing/2014/main" id="{13FD84B0-9E40-C44C-C44A-1A25BCACA00B}"/>
              </a:ext>
            </a:extLst>
          </p:cNvPr>
          <p:cNvSpPr/>
          <p:nvPr/>
        </p:nvSpPr>
        <p:spPr>
          <a:xfrm>
            <a:off x="21691275" y="26712873"/>
            <a:ext cx="10080000" cy="6704544"/>
          </a:xfrm>
          <a:prstGeom prst="roundRect">
            <a:avLst>
              <a:gd name="adj" fmla="val 2348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r>
              <a:rPr lang="en-IN" sz="709" dirty="0"/>
              <a:t>t</a:t>
            </a:r>
            <a:endParaRPr sz="709" dirty="0"/>
          </a:p>
        </p:txBody>
      </p:sp>
      <p:sp>
        <p:nvSpPr>
          <p:cNvPr id="370" name="Google Shape;69;p13">
            <a:extLst>
              <a:ext uri="{FF2B5EF4-FFF2-40B4-BE49-F238E27FC236}">
                <a16:creationId xmlns:a16="http://schemas.microsoft.com/office/drawing/2014/main" id="{A9ECCCE3-B07A-E733-D368-AF4727951EF5}"/>
              </a:ext>
            </a:extLst>
          </p:cNvPr>
          <p:cNvSpPr/>
          <p:nvPr/>
        </p:nvSpPr>
        <p:spPr>
          <a:xfrm>
            <a:off x="21691275" y="26736261"/>
            <a:ext cx="10080000" cy="9828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B3D6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endParaRPr sz="26248"/>
          </a:p>
        </p:txBody>
      </p:sp>
      <p:sp>
        <p:nvSpPr>
          <p:cNvPr id="371" name="Google Shape;70;p13">
            <a:extLst>
              <a:ext uri="{FF2B5EF4-FFF2-40B4-BE49-F238E27FC236}">
                <a16:creationId xmlns:a16="http://schemas.microsoft.com/office/drawing/2014/main" id="{3A9859DE-F248-5B20-C30D-127B9D5BD3B0}"/>
              </a:ext>
            </a:extLst>
          </p:cNvPr>
          <p:cNvSpPr txBox="1"/>
          <p:nvPr/>
        </p:nvSpPr>
        <p:spPr>
          <a:xfrm>
            <a:off x="21691275" y="26946272"/>
            <a:ext cx="10080000" cy="59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808" tIns="48808" rIns="48808" bIns="48808" anchor="t" anchorCtr="0">
            <a:spAutoFit/>
          </a:bodyPr>
          <a:lstStyle/>
          <a:p>
            <a:pPr algn="ctr"/>
            <a:r>
              <a:rPr lang="en" sz="3200" b="1" dirty="0">
                <a:solidFill>
                  <a:srgbClr val="FFFFFF"/>
                </a:solidFill>
              </a:rPr>
              <a:t>Possible future improvements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372" name="Google Shape;68;p13">
            <a:extLst>
              <a:ext uri="{FF2B5EF4-FFF2-40B4-BE49-F238E27FC236}">
                <a16:creationId xmlns:a16="http://schemas.microsoft.com/office/drawing/2014/main" id="{F6D87267-A308-F693-C4E1-4FC2D48B3148}"/>
              </a:ext>
            </a:extLst>
          </p:cNvPr>
          <p:cNvSpPr/>
          <p:nvPr/>
        </p:nvSpPr>
        <p:spPr>
          <a:xfrm>
            <a:off x="11159643" y="9099694"/>
            <a:ext cx="20608826" cy="8088429"/>
          </a:xfrm>
          <a:prstGeom prst="roundRect">
            <a:avLst>
              <a:gd name="adj" fmla="val 2348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r>
              <a:rPr lang="en-IN" sz="709" dirty="0"/>
              <a:t>t</a:t>
            </a:r>
            <a:endParaRPr sz="709" dirty="0"/>
          </a:p>
        </p:txBody>
      </p:sp>
      <p:sp>
        <p:nvSpPr>
          <p:cNvPr id="373" name="Google Shape;69;p13">
            <a:extLst>
              <a:ext uri="{FF2B5EF4-FFF2-40B4-BE49-F238E27FC236}">
                <a16:creationId xmlns:a16="http://schemas.microsoft.com/office/drawing/2014/main" id="{82ACF2CE-401A-ED4D-48B6-A565FC81EAE2}"/>
              </a:ext>
            </a:extLst>
          </p:cNvPr>
          <p:cNvSpPr/>
          <p:nvPr/>
        </p:nvSpPr>
        <p:spPr>
          <a:xfrm>
            <a:off x="11159643" y="9073113"/>
            <a:ext cx="20608826" cy="1109247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B3D6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endParaRPr sz="26248"/>
          </a:p>
        </p:txBody>
      </p:sp>
      <p:sp>
        <p:nvSpPr>
          <p:cNvPr id="374" name="Google Shape;70;p13">
            <a:extLst>
              <a:ext uri="{FF2B5EF4-FFF2-40B4-BE49-F238E27FC236}">
                <a16:creationId xmlns:a16="http://schemas.microsoft.com/office/drawing/2014/main" id="{CEFAE8DB-CD9D-20DB-4790-8A62B3DA39C1}"/>
              </a:ext>
            </a:extLst>
          </p:cNvPr>
          <p:cNvSpPr txBox="1"/>
          <p:nvPr/>
        </p:nvSpPr>
        <p:spPr>
          <a:xfrm>
            <a:off x="11365218" y="9346686"/>
            <a:ext cx="20197675" cy="59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808" tIns="48808" rIns="48808" bIns="48808" anchor="t" anchorCtr="0">
            <a:spAutoFit/>
          </a:bodyPr>
          <a:lstStyle/>
          <a:p>
            <a:pPr algn="ctr"/>
            <a:r>
              <a:rPr lang="en" sz="3200" b="1" dirty="0">
                <a:solidFill>
                  <a:srgbClr val="FFFFFF"/>
                </a:solidFill>
              </a:rPr>
              <a:t>Simulation Algorithm Flowchart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375" name="Google Shape;68;p13">
            <a:extLst>
              <a:ext uri="{FF2B5EF4-FFF2-40B4-BE49-F238E27FC236}">
                <a16:creationId xmlns:a16="http://schemas.microsoft.com/office/drawing/2014/main" id="{FD1B8481-6BD4-AD9E-119B-83A126C01BB9}"/>
              </a:ext>
            </a:extLst>
          </p:cNvPr>
          <p:cNvSpPr/>
          <p:nvPr/>
        </p:nvSpPr>
        <p:spPr>
          <a:xfrm>
            <a:off x="630817" y="23084139"/>
            <a:ext cx="10080000" cy="5763401"/>
          </a:xfrm>
          <a:prstGeom prst="roundRect">
            <a:avLst>
              <a:gd name="adj" fmla="val 2348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r>
              <a:rPr lang="en-IN" sz="709"/>
              <a:t>t</a:t>
            </a:r>
            <a:endParaRPr lang="en-IN" sz="709" dirty="0"/>
          </a:p>
        </p:txBody>
      </p:sp>
      <p:sp>
        <p:nvSpPr>
          <p:cNvPr id="376" name="Google Shape;69;p13">
            <a:extLst>
              <a:ext uri="{FF2B5EF4-FFF2-40B4-BE49-F238E27FC236}">
                <a16:creationId xmlns:a16="http://schemas.microsoft.com/office/drawing/2014/main" id="{9669DDDD-1B98-D3D3-257C-2FF7997767AD}"/>
              </a:ext>
            </a:extLst>
          </p:cNvPr>
          <p:cNvSpPr/>
          <p:nvPr/>
        </p:nvSpPr>
        <p:spPr>
          <a:xfrm>
            <a:off x="630817" y="23107527"/>
            <a:ext cx="10080000" cy="982018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B3D6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endParaRPr sz="26248"/>
          </a:p>
        </p:txBody>
      </p:sp>
      <p:sp>
        <p:nvSpPr>
          <p:cNvPr id="377" name="Google Shape;70;p13">
            <a:extLst>
              <a:ext uri="{FF2B5EF4-FFF2-40B4-BE49-F238E27FC236}">
                <a16:creationId xmlns:a16="http://schemas.microsoft.com/office/drawing/2014/main" id="{8AB9412A-61E4-78AC-2823-02AE8F6AFF1F}"/>
              </a:ext>
            </a:extLst>
          </p:cNvPr>
          <p:cNvSpPr txBox="1"/>
          <p:nvPr/>
        </p:nvSpPr>
        <p:spPr>
          <a:xfrm>
            <a:off x="630817" y="23317537"/>
            <a:ext cx="10080000" cy="59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808" tIns="48808" rIns="48808" bIns="48808" anchor="t" anchorCtr="0">
            <a:spAutoFit/>
          </a:bodyPr>
          <a:lstStyle/>
          <a:p>
            <a:pPr algn="ctr"/>
            <a:r>
              <a:rPr lang="en" sz="3200" b="1" dirty="0">
                <a:solidFill>
                  <a:srgbClr val="FFFFFF"/>
                </a:solidFill>
              </a:rPr>
              <a:t>Comparision between SC and Li-ion battery [2]</a:t>
            </a:r>
            <a:endParaRPr sz="3200" b="1" dirty="0">
              <a:solidFill>
                <a:srgbClr val="FFFFFF"/>
              </a:solidFill>
            </a:endParaRPr>
          </a:p>
        </p:txBody>
      </p:sp>
      <p:pic>
        <p:nvPicPr>
          <p:cNvPr id="379" name="Graphic 378" descr="Electric car">
            <a:extLst>
              <a:ext uri="{FF2B5EF4-FFF2-40B4-BE49-F238E27FC236}">
                <a16:creationId xmlns:a16="http://schemas.microsoft.com/office/drawing/2014/main" id="{7050329A-4755-7945-B5CA-6C1A45D5EB2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753616" y="-42580"/>
            <a:ext cx="2311602" cy="2311602"/>
          </a:xfrm>
          <a:prstGeom prst="rect">
            <a:avLst/>
          </a:prstGeom>
        </p:spPr>
      </p:pic>
      <p:graphicFrame>
        <p:nvGraphicFramePr>
          <p:cNvPr id="380" name="Content Placeholder 1">
            <a:extLst>
              <a:ext uri="{FF2B5EF4-FFF2-40B4-BE49-F238E27FC236}">
                <a16:creationId xmlns:a16="http://schemas.microsoft.com/office/drawing/2014/main" id="{86391952-B75B-EF67-0199-D63277F1A4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20992021"/>
              </p:ext>
            </p:extLst>
          </p:nvPr>
        </p:nvGraphicFramePr>
        <p:xfrm>
          <a:off x="847235" y="24253819"/>
          <a:ext cx="9681591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27197">
                  <a:extLst>
                    <a:ext uri="{9D8B030D-6E8A-4147-A177-3AD203B41FA5}">
                      <a16:colId xmlns:a16="http://schemas.microsoft.com/office/drawing/2014/main" val="3827733122"/>
                    </a:ext>
                  </a:extLst>
                </a:gridCol>
                <a:gridCol w="3227197">
                  <a:extLst>
                    <a:ext uri="{9D8B030D-6E8A-4147-A177-3AD203B41FA5}">
                      <a16:colId xmlns:a16="http://schemas.microsoft.com/office/drawing/2014/main" val="2966941251"/>
                    </a:ext>
                  </a:extLst>
                </a:gridCol>
                <a:gridCol w="3227197">
                  <a:extLst>
                    <a:ext uri="{9D8B030D-6E8A-4147-A177-3AD203B41FA5}">
                      <a16:colId xmlns:a16="http://schemas.microsoft.com/office/drawing/2014/main" val="975686878"/>
                    </a:ext>
                  </a:extLst>
                </a:gridCol>
              </a:tblGrid>
              <a:tr h="315276">
                <a:tc>
                  <a:txBody>
                    <a:bodyPr/>
                    <a:lstStyle/>
                    <a:p>
                      <a:r>
                        <a:rPr lang="en-GB" sz="2400" dirty="0"/>
                        <a:t>Function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Supercapacitor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Lithium Ion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2124513"/>
                  </a:ext>
                </a:extLst>
              </a:tr>
              <a:tr h="315276">
                <a:tc>
                  <a:txBody>
                    <a:bodyPr/>
                    <a:lstStyle/>
                    <a:p>
                      <a:r>
                        <a:rPr lang="en-GB" sz="2400" dirty="0"/>
                        <a:t>Charge time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1 – 10 seconds</a:t>
                      </a:r>
                      <a:endParaRPr lang="en-IN" sz="2400" dirty="0"/>
                    </a:p>
                  </a:txBody>
                  <a:tcPr>
                    <a:solidFill>
                      <a:srgbClr val="C9F9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10 – 60 minutes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472056"/>
                  </a:ext>
                </a:extLst>
              </a:tr>
              <a:tr h="315276">
                <a:tc>
                  <a:txBody>
                    <a:bodyPr/>
                    <a:lstStyle/>
                    <a:p>
                      <a:r>
                        <a:rPr lang="en-GB" sz="2400" dirty="0"/>
                        <a:t>Cycle life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GB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 million</a:t>
                      </a:r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9F9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500 and higher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3892870"/>
                  </a:ext>
                </a:extLst>
              </a:tr>
              <a:tr h="315291">
                <a:tc>
                  <a:txBody>
                    <a:bodyPr/>
                    <a:lstStyle/>
                    <a:p>
                      <a:r>
                        <a:rPr lang="en-GB" sz="2400" dirty="0"/>
                        <a:t>Cell voltage (nominal)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2.3 – 2.75 V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3.6 – 3.75 V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771469"/>
                  </a:ext>
                </a:extLst>
              </a:tr>
              <a:tr h="567497">
                <a:tc>
                  <a:txBody>
                    <a:bodyPr/>
                    <a:lstStyle/>
                    <a:p>
                      <a:r>
                        <a:rPr lang="en-GB" sz="2400" dirty="0"/>
                        <a:t>Specific energy (</a:t>
                      </a:r>
                      <a:r>
                        <a:rPr lang="en-GB" sz="2400" dirty="0" err="1"/>
                        <a:t>Wh</a:t>
                      </a:r>
                      <a:r>
                        <a:rPr lang="en-GB" sz="2400" dirty="0"/>
                        <a:t>/kg)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5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100 – 200</a:t>
                      </a:r>
                      <a:endParaRPr lang="en-IN" sz="2400" dirty="0"/>
                    </a:p>
                  </a:txBody>
                  <a:tcPr>
                    <a:solidFill>
                      <a:srgbClr val="C9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41174"/>
                  </a:ext>
                </a:extLst>
              </a:tr>
              <a:tr h="315291">
                <a:tc>
                  <a:txBody>
                    <a:bodyPr/>
                    <a:lstStyle/>
                    <a:p>
                      <a:r>
                        <a:rPr lang="en-GB" sz="2400" dirty="0"/>
                        <a:t>Specific power (W/kg)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~ 10,000</a:t>
                      </a:r>
                      <a:endParaRPr lang="en-IN" sz="2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solidFill>
                      <a:srgbClr val="C9F9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GB" sz="2400" dirty="0"/>
                        <a:t>1000 – 2000</a:t>
                      </a:r>
                      <a:endParaRPr lang="en-IN" sz="2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70937080"/>
                  </a:ext>
                </a:extLst>
              </a:tr>
              <a:tr h="315276">
                <a:tc>
                  <a:txBody>
                    <a:bodyPr/>
                    <a:lstStyle/>
                    <a:p>
                      <a:r>
                        <a:rPr lang="en-GB" sz="2400" dirty="0"/>
                        <a:t>Cost per </a:t>
                      </a:r>
                      <a:r>
                        <a:rPr lang="en-GB" sz="2400" dirty="0" err="1"/>
                        <a:t>Wh</a:t>
                      </a:r>
                      <a:endParaRPr lang="en-IN" sz="2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₹1600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₹40-80</a:t>
                      </a:r>
                    </a:p>
                  </a:txBody>
                  <a:tcPr>
                    <a:solidFill>
                      <a:srgbClr val="C9F9C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0032577"/>
                  </a:ext>
                </a:extLst>
              </a:tr>
              <a:tr h="315276">
                <a:tc>
                  <a:txBody>
                    <a:bodyPr/>
                    <a:lstStyle/>
                    <a:p>
                      <a:r>
                        <a:rPr lang="en-IN" sz="2400" dirty="0"/>
                        <a:t>Service life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 – 15 years</a:t>
                      </a:r>
                    </a:p>
                  </a:txBody>
                  <a:tcPr>
                    <a:solidFill>
                      <a:srgbClr val="C9F9C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IN" sz="2400" dirty="0"/>
                        <a:t>5 – 10 years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9762220"/>
                  </a:ext>
                </a:extLst>
              </a:tr>
              <a:tr h="315291">
                <a:tc>
                  <a:txBody>
                    <a:bodyPr/>
                    <a:lstStyle/>
                    <a:p>
                      <a:r>
                        <a:rPr lang="en-IN" sz="2400" dirty="0"/>
                        <a:t>Charge temperature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-40 – 60  </a:t>
                      </a:r>
                      <a:r>
                        <a:rPr lang="en-IN" sz="2400" dirty="0"/>
                        <a:t>⁰</a:t>
                      </a:r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</a:p>
                  </a:txBody>
                  <a:tcPr>
                    <a:solidFill>
                      <a:srgbClr val="C9F9C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2400" dirty="0"/>
                        <a:t>0 – 30 ⁰</a:t>
                      </a:r>
                      <a:r>
                        <a:rPr lang="en-IN" sz="2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C</a:t>
                      </a:r>
                      <a:r>
                        <a:rPr lang="en-IN" sz="240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17147950"/>
                  </a:ext>
                </a:extLst>
              </a:tr>
            </a:tbl>
          </a:graphicData>
        </a:graphic>
      </p:graphicFrame>
      <p:sp>
        <p:nvSpPr>
          <p:cNvPr id="397" name="Google Shape;68;p13">
            <a:extLst>
              <a:ext uri="{FF2B5EF4-FFF2-40B4-BE49-F238E27FC236}">
                <a16:creationId xmlns:a16="http://schemas.microsoft.com/office/drawing/2014/main" id="{D42B04B5-4AF7-B77F-4B4C-0DBB20774CDE}"/>
              </a:ext>
            </a:extLst>
          </p:cNvPr>
          <p:cNvSpPr/>
          <p:nvPr/>
        </p:nvSpPr>
        <p:spPr>
          <a:xfrm>
            <a:off x="630817" y="4246697"/>
            <a:ext cx="10080000" cy="4162719"/>
          </a:xfrm>
          <a:prstGeom prst="roundRect">
            <a:avLst>
              <a:gd name="adj" fmla="val 2348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r>
              <a:rPr lang="en-IN" sz="709" dirty="0"/>
              <a:t>t</a:t>
            </a:r>
            <a:endParaRPr sz="709" dirty="0"/>
          </a:p>
        </p:txBody>
      </p:sp>
      <p:sp>
        <p:nvSpPr>
          <p:cNvPr id="398" name="Google Shape;69;p13">
            <a:extLst>
              <a:ext uri="{FF2B5EF4-FFF2-40B4-BE49-F238E27FC236}">
                <a16:creationId xmlns:a16="http://schemas.microsoft.com/office/drawing/2014/main" id="{D110B8EB-44CA-AB56-E350-C654067511B6}"/>
              </a:ext>
            </a:extLst>
          </p:cNvPr>
          <p:cNvSpPr/>
          <p:nvPr/>
        </p:nvSpPr>
        <p:spPr>
          <a:xfrm>
            <a:off x="630817" y="4270086"/>
            <a:ext cx="10080000" cy="968400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B3D6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endParaRPr sz="26248"/>
          </a:p>
        </p:txBody>
      </p:sp>
      <p:sp>
        <p:nvSpPr>
          <p:cNvPr id="399" name="Google Shape;70;p13">
            <a:extLst>
              <a:ext uri="{FF2B5EF4-FFF2-40B4-BE49-F238E27FC236}">
                <a16:creationId xmlns:a16="http://schemas.microsoft.com/office/drawing/2014/main" id="{A0122679-4F0F-E6A3-BBC5-7E5D607D68EC}"/>
              </a:ext>
            </a:extLst>
          </p:cNvPr>
          <p:cNvSpPr txBox="1"/>
          <p:nvPr/>
        </p:nvSpPr>
        <p:spPr>
          <a:xfrm>
            <a:off x="630817" y="4480096"/>
            <a:ext cx="10080000" cy="59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808" tIns="48808" rIns="48808" bIns="48808" anchor="t" anchorCtr="0">
            <a:spAutoFit/>
          </a:bodyPr>
          <a:lstStyle/>
          <a:p>
            <a:pPr algn="ctr"/>
            <a:r>
              <a:rPr lang="en" sz="3200" b="1" dirty="0">
                <a:solidFill>
                  <a:srgbClr val="FFFFFF"/>
                </a:solidFill>
              </a:rPr>
              <a:t>Introduction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A82D864E-94A0-83AA-506B-88752149F4B0}"/>
              </a:ext>
            </a:extLst>
          </p:cNvPr>
          <p:cNvSpPr txBox="1"/>
          <p:nvPr/>
        </p:nvSpPr>
        <p:spPr>
          <a:xfrm>
            <a:off x="830022" y="5172663"/>
            <a:ext cx="9681589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In this project, supercapacitor (SC) integrated batteries are analysed with respect to their feasibility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It goes through the limitations of Li-ion batteries, advantages of using supercapacitor hybrid batteries, simulations for both the batteries and conclusions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In this project,</a:t>
            </a:r>
            <a:r>
              <a:rPr lang="en-IN" sz="2800" b="1" dirty="0">
                <a:solidFill>
                  <a:schemeClr val="tx1"/>
                </a:solidFill>
              </a:rPr>
              <a:t> </a:t>
            </a:r>
            <a:r>
              <a:rPr lang="en-IN" sz="2800" dirty="0">
                <a:solidFill>
                  <a:schemeClr val="tx1"/>
                </a:solidFill>
              </a:rPr>
              <a:t>the</a:t>
            </a:r>
            <a:r>
              <a:rPr lang="en-IN" sz="2800" b="1" dirty="0">
                <a:solidFill>
                  <a:schemeClr val="tx1"/>
                </a:solidFill>
              </a:rPr>
              <a:t> comparison of an active SC hybrid battery with a li-ion only battery in terms of range</a:t>
            </a:r>
            <a:r>
              <a:rPr lang="en-IN" sz="2800" dirty="0">
                <a:solidFill>
                  <a:schemeClr val="tx1"/>
                </a:solidFill>
              </a:rPr>
              <a:t> </a:t>
            </a:r>
            <a:endParaRPr lang="en-IN" sz="2800" b="1" dirty="0">
              <a:solidFill>
                <a:schemeClr val="tx1"/>
              </a:solidFill>
            </a:endParaRPr>
          </a:p>
        </p:txBody>
      </p:sp>
      <p:sp>
        <p:nvSpPr>
          <p:cNvPr id="405" name="Google Shape;68;p13">
            <a:extLst>
              <a:ext uri="{FF2B5EF4-FFF2-40B4-BE49-F238E27FC236}">
                <a16:creationId xmlns:a16="http://schemas.microsoft.com/office/drawing/2014/main" id="{7D9A908C-6118-FF92-CA06-DDE699D8298F}"/>
              </a:ext>
            </a:extLst>
          </p:cNvPr>
          <p:cNvSpPr/>
          <p:nvPr/>
        </p:nvSpPr>
        <p:spPr>
          <a:xfrm>
            <a:off x="630817" y="29058222"/>
            <a:ext cx="10080000" cy="5197657"/>
          </a:xfrm>
          <a:prstGeom prst="roundRect">
            <a:avLst>
              <a:gd name="adj" fmla="val 2348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r>
              <a:rPr lang="en-IN" sz="709"/>
              <a:t>t</a:t>
            </a:r>
            <a:endParaRPr lang="en-IN" sz="709" dirty="0"/>
          </a:p>
        </p:txBody>
      </p:sp>
      <p:sp>
        <p:nvSpPr>
          <p:cNvPr id="406" name="Google Shape;69;p13">
            <a:extLst>
              <a:ext uri="{FF2B5EF4-FFF2-40B4-BE49-F238E27FC236}">
                <a16:creationId xmlns:a16="http://schemas.microsoft.com/office/drawing/2014/main" id="{8DDBF95C-082B-9872-27F6-3607BED09EE0}"/>
              </a:ext>
            </a:extLst>
          </p:cNvPr>
          <p:cNvSpPr/>
          <p:nvPr/>
        </p:nvSpPr>
        <p:spPr>
          <a:xfrm>
            <a:off x="630817" y="29026213"/>
            <a:ext cx="10080000" cy="982018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B3D6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endParaRPr sz="26248"/>
          </a:p>
        </p:txBody>
      </p:sp>
      <p:sp>
        <p:nvSpPr>
          <p:cNvPr id="407" name="Google Shape;70;p13">
            <a:extLst>
              <a:ext uri="{FF2B5EF4-FFF2-40B4-BE49-F238E27FC236}">
                <a16:creationId xmlns:a16="http://schemas.microsoft.com/office/drawing/2014/main" id="{F00FB1CA-C87D-A91B-F730-6D4772409CE7}"/>
              </a:ext>
            </a:extLst>
          </p:cNvPr>
          <p:cNvSpPr txBox="1"/>
          <p:nvPr/>
        </p:nvSpPr>
        <p:spPr>
          <a:xfrm>
            <a:off x="630817" y="29221716"/>
            <a:ext cx="10080000" cy="59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808" tIns="48808" rIns="48808" bIns="48808" anchor="t" anchorCtr="0">
            <a:spAutoFit/>
          </a:bodyPr>
          <a:lstStyle/>
          <a:p>
            <a:pPr algn="ctr"/>
            <a:r>
              <a:rPr lang="en" sz="3200" b="1" dirty="0">
                <a:solidFill>
                  <a:srgbClr val="FFFFFF"/>
                </a:solidFill>
              </a:rPr>
              <a:t>SC Hybrid battery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410" name="TextBox 409">
            <a:extLst>
              <a:ext uri="{FF2B5EF4-FFF2-40B4-BE49-F238E27FC236}">
                <a16:creationId xmlns:a16="http://schemas.microsoft.com/office/drawing/2014/main" id="{7569289A-B6B6-02B7-FD9A-1D1C435A9C2D}"/>
              </a:ext>
            </a:extLst>
          </p:cNvPr>
          <p:cNvSpPr txBox="1"/>
          <p:nvPr/>
        </p:nvSpPr>
        <p:spPr>
          <a:xfrm>
            <a:off x="830021" y="30040240"/>
            <a:ext cx="7228129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In order to have advantages of both, SC hybrid batteries are also used in many models historically [3]</a:t>
            </a:r>
            <a:endParaRPr lang="en-IN" sz="28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/>
              <a:t>Depending on how both are connected to the bus, they are divided into three types [4]</a:t>
            </a:r>
          </a:p>
          <a:p>
            <a:r>
              <a:rPr lang="en-IN" sz="2800" dirty="0"/>
              <a:t>	</a:t>
            </a:r>
            <a:r>
              <a:rPr lang="en-IN" sz="2800" b="1" dirty="0"/>
              <a:t>1. Passive	2. Semi-active	3. Active</a:t>
            </a:r>
          </a:p>
          <a:p>
            <a:r>
              <a:rPr lang="en-IN" sz="2800" dirty="0"/>
              <a:t>We have compared active configuration with no SC battery</a:t>
            </a:r>
          </a:p>
        </p:txBody>
      </p:sp>
      <p:sp>
        <p:nvSpPr>
          <p:cNvPr id="2" name="Google Shape;68;p13">
            <a:extLst>
              <a:ext uri="{FF2B5EF4-FFF2-40B4-BE49-F238E27FC236}">
                <a16:creationId xmlns:a16="http://schemas.microsoft.com/office/drawing/2014/main" id="{0D8F5FD7-C465-9C8A-3BA6-8410D3FAC7C8}"/>
              </a:ext>
            </a:extLst>
          </p:cNvPr>
          <p:cNvSpPr/>
          <p:nvPr/>
        </p:nvSpPr>
        <p:spPr>
          <a:xfrm>
            <a:off x="570857" y="34400324"/>
            <a:ext cx="10139960" cy="7980000"/>
          </a:xfrm>
          <a:prstGeom prst="roundRect">
            <a:avLst>
              <a:gd name="adj" fmla="val 2348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r>
              <a:rPr lang="en-IN" sz="709" dirty="0"/>
              <a:t>t</a:t>
            </a:r>
            <a:endParaRPr sz="709" dirty="0"/>
          </a:p>
        </p:txBody>
      </p:sp>
      <p:sp>
        <p:nvSpPr>
          <p:cNvPr id="3" name="Google Shape;69;p13">
            <a:extLst>
              <a:ext uri="{FF2B5EF4-FFF2-40B4-BE49-F238E27FC236}">
                <a16:creationId xmlns:a16="http://schemas.microsoft.com/office/drawing/2014/main" id="{A37C9042-DF9F-5615-16EF-C80243621233}"/>
              </a:ext>
            </a:extLst>
          </p:cNvPr>
          <p:cNvSpPr/>
          <p:nvPr/>
        </p:nvSpPr>
        <p:spPr>
          <a:xfrm>
            <a:off x="570857" y="34385708"/>
            <a:ext cx="10139960" cy="1057401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B3D6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endParaRPr sz="26248"/>
          </a:p>
        </p:txBody>
      </p:sp>
      <p:sp>
        <p:nvSpPr>
          <p:cNvPr id="4" name="Google Shape;70;p13">
            <a:extLst>
              <a:ext uri="{FF2B5EF4-FFF2-40B4-BE49-F238E27FC236}">
                <a16:creationId xmlns:a16="http://schemas.microsoft.com/office/drawing/2014/main" id="{53012296-AA5E-57E0-F2A3-22783F10F5BC}"/>
              </a:ext>
            </a:extLst>
          </p:cNvPr>
          <p:cNvSpPr txBox="1"/>
          <p:nvPr/>
        </p:nvSpPr>
        <p:spPr>
          <a:xfrm>
            <a:off x="570855" y="34592746"/>
            <a:ext cx="10080000" cy="59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808" tIns="48808" rIns="48808" bIns="48808" anchor="t" anchorCtr="0">
            <a:spAutoFit/>
          </a:bodyPr>
          <a:lstStyle/>
          <a:p>
            <a:pPr algn="ctr"/>
            <a:r>
              <a:rPr lang="en" sz="3200" b="1" dirty="0">
                <a:solidFill>
                  <a:srgbClr val="FFFFFF"/>
                </a:solidFill>
              </a:rPr>
              <a:t>Overview of simulations in Matlab</a:t>
            </a:r>
            <a:endParaRPr sz="3200" b="1" dirty="0">
              <a:solidFill>
                <a:srgbClr val="FFFFFF"/>
              </a:solidFill>
            </a:endParaRPr>
          </a:p>
        </p:txBody>
      </p:sp>
      <p:graphicFrame>
        <p:nvGraphicFramePr>
          <p:cNvPr id="11" name="Diagram 10">
            <a:extLst>
              <a:ext uri="{FF2B5EF4-FFF2-40B4-BE49-F238E27FC236}">
                <a16:creationId xmlns:a16="http://schemas.microsoft.com/office/drawing/2014/main" id="{09D65519-C04B-93AB-76F6-C0D89D74A05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04109094"/>
              </p:ext>
            </p:extLst>
          </p:nvPr>
        </p:nvGraphicFramePr>
        <p:xfrm>
          <a:off x="868728" y="35525440"/>
          <a:ext cx="9582922" cy="14968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8" r:lo="rId9" r:qs="rId10" r:cs="rId11"/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174736A-59EA-A3A6-7265-84835E86A05D}"/>
              </a:ext>
            </a:extLst>
          </p:cNvPr>
          <p:cNvSpPr txBox="1"/>
          <p:nvPr/>
        </p:nvSpPr>
        <p:spPr>
          <a:xfrm>
            <a:off x="787275" y="37164360"/>
            <a:ext cx="9681589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/>
              <a:t>Primary Model Data</a:t>
            </a:r>
            <a:r>
              <a:rPr lang="en-GB" sz="2800" dirty="0"/>
              <a:t>: Giving input of primary vehicle data such as vehicle mass, battery parameters, capacitor size, motor torque,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/>
              <a:t>Pre-Processing: </a:t>
            </a:r>
            <a:r>
              <a:rPr lang="en-GB" sz="2800" dirty="0"/>
              <a:t>Supplementary parameters such as maximum acceleration, maximum power delivered by battery,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/>
              <a:t>Computation of Energy Over Drive Profile:</a:t>
            </a:r>
            <a:r>
              <a:rPr lang="en-GB" sz="2800" dirty="0"/>
              <a:t> The vehicle run is simulated on a city drive profile obtained from the web while considering a supercapacitor for regeneration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 b="1" dirty="0"/>
              <a:t>Analysis of the Result:</a:t>
            </a:r>
            <a:r>
              <a:rPr lang="en-GB" sz="2800" dirty="0"/>
              <a:t> The results are analysed with the help of plots and numbers and the gain with respect to the supercapacitor</a:t>
            </a:r>
            <a:endParaRPr lang="en-GB" sz="2800" b="1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 sz="28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800" b="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862B69-0F84-E0C7-7788-2A63A24803F2}"/>
              </a:ext>
            </a:extLst>
          </p:cNvPr>
          <p:cNvSpPr txBox="1"/>
          <p:nvPr/>
        </p:nvSpPr>
        <p:spPr>
          <a:xfrm>
            <a:off x="11392729" y="5387487"/>
            <a:ext cx="968158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The simulations are performed using a speed-time vehicle profile obtained from the New York City drive profile. The data is saved in Excel format.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The feasibility of the input data is tested by comparing with the peak torque requirement with the motor capacity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No additional package of </a:t>
            </a:r>
            <a:r>
              <a:rPr lang="en-IN" sz="2800" dirty="0" err="1">
                <a:solidFill>
                  <a:schemeClr val="tx1"/>
                </a:solidFill>
              </a:rPr>
              <a:t>Matlab</a:t>
            </a:r>
            <a:r>
              <a:rPr lang="en-IN" sz="2800" dirty="0">
                <a:solidFill>
                  <a:schemeClr val="tx1"/>
                </a:solidFill>
              </a:rPr>
              <a:t> is used apart from the standard delivery executable.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14" name="Google Shape;68;p13">
            <a:extLst>
              <a:ext uri="{FF2B5EF4-FFF2-40B4-BE49-F238E27FC236}">
                <a16:creationId xmlns:a16="http://schemas.microsoft.com/office/drawing/2014/main" id="{7DC15500-1206-91CB-933E-87A1CAF9074D}"/>
              </a:ext>
            </a:extLst>
          </p:cNvPr>
          <p:cNvSpPr/>
          <p:nvPr/>
        </p:nvSpPr>
        <p:spPr>
          <a:xfrm>
            <a:off x="21688469" y="17463804"/>
            <a:ext cx="10080000" cy="9068074"/>
          </a:xfrm>
          <a:prstGeom prst="roundRect">
            <a:avLst>
              <a:gd name="adj" fmla="val 2348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r>
              <a:rPr lang="en-IN" sz="709" dirty="0"/>
              <a:t>t</a:t>
            </a:r>
            <a:endParaRPr sz="709" dirty="0"/>
          </a:p>
        </p:txBody>
      </p:sp>
      <p:sp>
        <p:nvSpPr>
          <p:cNvPr id="15" name="Google Shape;69;p13">
            <a:extLst>
              <a:ext uri="{FF2B5EF4-FFF2-40B4-BE49-F238E27FC236}">
                <a16:creationId xmlns:a16="http://schemas.microsoft.com/office/drawing/2014/main" id="{E3C2BC3C-5F4F-6BC9-3967-819877623B68}"/>
              </a:ext>
            </a:extLst>
          </p:cNvPr>
          <p:cNvSpPr/>
          <p:nvPr/>
        </p:nvSpPr>
        <p:spPr>
          <a:xfrm>
            <a:off x="21688469" y="17487192"/>
            <a:ext cx="10080000" cy="969849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B3D6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endParaRPr sz="26248"/>
          </a:p>
        </p:txBody>
      </p:sp>
      <p:sp>
        <p:nvSpPr>
          <p:cNvPr id="16" name="Google Shape;70;p13">
            <a:extLst>
              <a:ext uri="{FF2B5EF4-FFF2-40B4-BE49-F238E27FC236}">
                <a16:creationId xmlns:a16="http://schemas.microsoft.com/office/drawing/2014/main" id="{C8403145-1E95-217A-8950-93C207C14616}"/>
              </a:ext>
            </a:extLst>
          </p:cNvPr>
          <p:cNvSpPr txBox="1"/>
          <p:nvPr/>
        </p:nvSpPr>
        <p:spPr>
          <a:xfrm>
            <a:off x="21688469" y="17697203"/>
            <a:ext cx="10080000" cy="59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808" tIns="48808" rIns="48808" bIns="48808" anchor="t" anchorCtr="0">
            <a:spAutoFit/>
          </a:bodyPr>
          <a:lstStyle/>
          <a:p>
            <a:pPr algn="ctr"/>
            <a:r>
              <a:rPr lang="en" sz="3200" b="1" dirty="0">
                <a:solidFill>
                  <a:srgbClr val="FFFFFF"/>
                </a:solidFill>
              </a:rPr>
              <a:t>Simulation Results and Conclusions</a:t>
            </a:r>
            <a:endParaRPr sz="3200" b="1" dirty="0">
              <a:solidFill>
                <a:srgbClr val="FFFFFF"/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098874A-C117-73FA-EF08-AFADB0E4C28E}"/>
              </a:ext>
            </a:extLst>
          </p:cNvPr>
          <p:cNvSpPr txBox="1"/>
          <p:nvPr/>
        </p:nvSpPr>
        <p:spPr>
          <a:xfrm>
            <a:off x="21851797" y="5330200"/>
            <a:ext cx="9681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</a:endParaRPr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B9534DB8-FAE8-7DD5-8CE3-25A11DE1629C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392728" y="10321972"/>
            <a:ext cx="20197675" cy="6573561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F1EA473-7524-4367-C836-0BABD2E0CECC}"/>
              </a:ext>
            </a:extLst>
          </p:cNvPr>
          <p:cNvSpPr txBox="1"/>
          <p:nvPr/>
        </p:nvSpPr>
        <p:spPr>
          <a:xfrm>
            <a:off x="21851796" y="5381431"/>
            <a:ext cx="9681589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At every time instant, the torque required is calculated with help of the speed-time profile and inertia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At every moment, an algorithm is used to decide form where the energy and power is used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The algorithm is run twice, with and without the supercapacitor for performance comparison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This allows us to gauge roughly the impact of the supercapacitor on the electric vehicle performance</a:t>
            </a:r>
          </a:p>
        </p:txBody>
      </p:sp>
      <p:sp>
        <p:nvSpPr>
          <p:cNvPr id="42" name="Google Shape;68;p13">
            <a:extLst>
              <a:ext uri="{FF2B5EF4-FFF2-40B4-BE49-F238E27FC236}">
                <a16:creationId xmlns:a16="http://schemas.microsoft.com/office/drawing/2014/main" id="{F1FCA7B4-4253-67BE-7E79-58B0C46EE720}"/>
              </a:ext>
            </a:extLst>
          </p:cNvPr>
          <p:cNvSpPr/>
          <p:nvPr/>
        </p:nvSpPr>
        <p:spPr>
          <a:xfrm>
            <a:off x="11068646" y="17463803"/>
            <a:ext cx="10080000" cy="24909573"/>
          </a:xfrm>
          <a:prstGeom prst="roundRect">
            <a:avLst>
              <a:gd name="adj" fmla="val 2348"/>
            </a:avLst>
          </a:prstGeom>
          <a:solidFill>
            <a:srgbClr val="EEEEEE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r>
              <a:rPr lang="en-IN" sz="709" dirty="0"/>
              <a:t>t</a:t>
            </a:r>
            <a:endParaRPr sz="709" dirty="0"/>
          </a:p>
        </p:txBody>
      </p:sp>
      <p:sp>
        <p:nvSpPr>
          <p:cNvPr id="43" name="Google Shape;69;p13">
            <a:extLst>
              <a:ext uri="{FF2B5EF4-FFF2-40B4-BE49-F238E27FC236}">
                <a16:creationId xmlns:a16="http://schemas.microsoft.com/office/drawing/2014/main" id="{D3AA0387-BFAA-22DF-8019-8A8CAF262F1F}"/>
              </a:ext>
            </a:extLst>
          </p:cNvPr>
          <p:cNvSpPr/>
          <p:nvPr/>
        </p:nvSpPr>
        <p:spPr>
          <a:xfrm>
            <a:off x="11068646" y="17487192"/>
            <a:ext cx="10080000" cy="969849"/>
          </a:xfrm>
          <a:prstGeom prst="round2SameRect">
            <a:avLst>
              <a:gd name="adj1" fmla="val 16667"/>
              <a:gd name="adj2" fmla="val 0"/>
            </a:avLst>
          </a:prstGeom>
          <a:solidFill>
            <a:srgbClr val="1B3D6C"/>
          </a:solidFill>
          <a:ln w="9525" cap="flat" cmpd="sng">
            <a:solidFill>
              <a:srgbClr val="59595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67056" tIns="67056" rIns="67056" bIns="67056" anchor="ctr" anchorCtr="0">
            <a:noAutofit/>
          </a:bodyPr>
          <a:lstStyle/>
          <a:p>
            <a:endParaRPr sz="26248"/>
          </a:p>
        </p:txBody>
      </p:sp>
      <p:sp>
        <p:nvSpPr>
          <p:cNvPr id="44" name="Google Shape;70;p13">
            <a:extLst>
              <a:ext uri="{FF2B5EF4-FFF2-40B4-BE49-F238E27FC236}">
                <a16:creationId xmlns:a16="http://schemas.microsoft.com/office/drawing/2014/main" id="{7883A191-AD2E-14B5-5DC6-AA4E59E17F4D}"/>
              </a:ext>
            </a:extLst>
          </p:cNvPr>
          <p:cNvSpPr txBox="1"/>
          <p:nvPr/>
        </p:nvSpPr>
        <p:spPr>
          <a:xfrm>
            <a:off x="11068646" y="17697203"/>
            <a:ext cx="10080000" cy="5910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8808" tIns="48808" rIns="48808" bIns="48808" anchor="t" anchorCtr="0">
            <a:spAutoFit/>
          </a:bodyPr>
          <a:lstStyle/>
          <a:p>
            <a:pPr algn="ctr"/>
            <a:r>
              <a:rPr lang="en" sz="3200" b="1" dirty="0">
                <a:solidFill>
                  <a:srgbClr val="FFFFFF"/>
                </a:solidFill>
              </a:rPr>
              <a:t>Simulation Results</a:t>
            </a:r>
            <a:endParaRPr sz="3200" b="1" dirty="0">
              <a:solidFill>
                <a:srgbClr val="FFFFFF"/>
              </a:solidFill>
            </a:endParaRPr>
          </a:p>
        </p:txBody>
      </p:sp>
      <p:pic>
        <p:nvPicPr>
          <p:cNvPr id="46" name="Graphic 45" descr="Battery charging">
            <a:extLst>
              <a:ext uri="{FF2B5EF4-FFF2-40B4-BE49-F238E27FC236}">
                <a16:creationId xmlns:a16="http://schemas.microsoft.com/office/drawing/2014/main" id="{0499D224-F877-7AEF-4049-8BD93B75BCF7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8162316" y="1819318"/>
            <a:ext cx="1751332" cy="1751332"/>
          </a:xfrm>
          <a:prstGeom prst="rect">
            <a:avLst/>
          </a:prstGeom>
        </p:spPr>
      </p:pic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167B2692-4C36-CEC1-3855-DBD7DFAC8260}"/>
              </a:ext>
            </a:extLst>
          </p:cNvPr>
          <p:cNvSpPr/>
          <p:nvPr/>
        </p:nvSpPr>
        <p:spPr>
          <a:xfrm>
            <a:off x="30372052" y="2537410"/>
            <a:ext cx="985266" cy="93653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2" name="Arc 51">
            <a:extLst>
              <a:ext uri="{FF2B5EF4-FFF2-40B4-BE49-F238E27FC236}">
                <a16:creationId xmlns:a16="http://schemas.microsoft.com/office/drawing/2014/main" id="{ADE7A0EA-0A98-6425-36B7-9117D28FCBD8}"/>
              </a:ext>
            </a:extLst>
          </p:cNvPr>
          <p:cNvSpPr/>
          <p:nvPr/>
        </p:nvSpPr>
        <p:spPr>
          <a:xfrm>
            <a:off x="29927550" y="2759797"/>
            <a:ext cx="1840919" cy="728137"/>
          </a:xfrm>
          <a:prstGeom prst="arc">
            <a:avLst>
              <a:gd name="adj1" fmla="val 12988164"/>
              <a:gd name="adj2" fmla="val 19696728"/>
            </a:avLst>
          </a:prstGeom>
          <a:noFill/>
          <a:ln w="762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4574E1B7-AB00-19FA-7950-00E8F20E75D2}"/>
              </a:ext>
            </a:extLst>
          </p:cNvPr>
          <p:cNvSpPr/>
          <p:nvPr/>
        </p:nvSpPr>
        <p:spPr>
          <a:xfrm>
            <a:off x="30826075" y="2748194"/>
            <a:ext cx="88900" cy="43626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6300E8BB-8012-F78A-7A57-468FD0F52D5A}"/>
              </a:ext>
            </a:extLst>
          </p:cNvPr>
          <p:cNvSpPr/>
          <p:nvPr/>
        </p:nvSpPr>
        <p:spPr>
          <a:xfrm>
            <a:off x="30822900" y="2125894"/>
            <a:ext cx="88900" cy="436267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DAF2DA3B-485E-4F78-1A82-66F5DBB23245}"/>
              </a:ext>
            </a:extLst>
          </p:cNvPr>
          <p:cNvSpPr txBox="1"/>
          <p:nvPr/>
        </p:nvSpPr>
        <p:spPr>
          <a:xfrm>
            <a:off x="21851795" y="18727215"/>
            <a:ext cx="968158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</a:endParaRP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F77F32C4-1480-050D-DD3D-21D9668E56DF}"/>
              </a:ext>
            </a:extLst>
          </p:cNvPr>
          <p:cNvSpPr txBox="1"/>
          <p:nvPr/>
        </p:nvSpPr>
        <p:spPr>
          <a:xfrm>
            <a:off x="21851792" y="27742449"/>
            <a:ext cx="9681589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Variation in the power due to </a:t>
            </a:r>
            <a:r>
              <a:rPr lang="en-IN" sz="2800" b="1" dirty="0">
                <a:solidFill>
                  <a:schemeClr val="tx1"/>
                </a:solidFill>
              </a:rPr>
              <a:t>gradient</a:t>
            </a:r>
            <a:r>
              <a:rPr lang="en-IN" sz="2800" dirty="0">
                <a:solidFill>
                  <a:schemeClr val="tx1"/>
                </a:solidFill>
              </a:rPr>
              <a:t> can be included in the simulations which will affect the required torque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The </a:t>
            </a:r>
            <a:r>
              <a:rPr lang="en-IN" sz="2800" b="1" dirty="0">
                <a:solidFill>
                  <a:schemeClr val="tx1"/>
                </a:solidFill>
              </a:rPr>
              <a:t>ESR</a:t>
            </a:r>
            <a:r>
              <a:rPr lang="en-IN" sz="2800" dirty="0">
                <a:solidFill>
                  <a:schemeClr val="tx1"/>
                </a:solidFill>
              </a:rPr>
              <a:t> of the battery and the supercapacitor can be included. As batteries typically have higher ESR, the gain due to the supercapacitor will increase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The </a:t>
            </a:r>
            <a:r>
              <a:rPr lang="en-IN" sz="2800" b="1" dirty="0">
                <a:solidFill>
                  <a:schemeClr val="tx1"/>
                </a:solidFill>
              </a:rPr>
              <a:t>efficiency</a:t>
            </a:r>
            <a:r>
              <a:rPr lang="en-IN" sz="2800" dirty="0">
                <a:solidFill>
                  <a:schemeClr val="tx1"/>
                </a:solidFill>
              </a:rPr>
              <a:t> of the DC/DC converter and motor is not included; simple models, such as constant efficiency model, can be added easily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b="1" dirty="0">
                <a:solidFill>
                  <a:schemeClr val="tx1"/>
                </a:solidFill>
              </a:rPr>
              <a:t>More advanced algorithms</a:t>
            </a:r>
            <a:r>
              <a:rPr lang="en-IN" sz="2800" dirty="0">
                <a:solidFill>
                  <a:schemeClr val="tx1"/>
                </a:solidFill>
              </a:rPr>
              <a:t> for battery-SC power-energy distribution can be used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Testing can be done for more drive profiles </a:t>
            </a:r>
            <a:r>
              <a:rPr lang="en-IN" sz="2800">
                <a:solidFill>
                  <a:schemeClr val="tx1"/>
                </a:solidFill>
              </a:rPr>
              <a:t>and models </a:t>
            </a:r>
            <a:r>
              <a:rPr lang="en-IN" sz="2800" dirty="0">
                <a:solidFill>
                  <a:schemeClr val="tx1"/>
                </a:solidFill>
              </a:rPr>
              <a:t>for better </a:t>
            </a:r>
            <a:r>
              <a:rPr lang="en-IN" sz="2800">
                <a:solidFill>
                  <a:schemeClr val="tx1"/>
                </a:solidFill>
              </a:rPr>
              <a:t>estimates of </a:t>
            </a:r>
            <a:r>
              <a:rPr lang="en-IN" sz="2800" dirty="0">
                <a:solidFill>
                  <a:schemeClr val="tx1"/>
                </a:solidFill>
              </a:rPr>
              <a:t>gains due to supercapacitor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B4D89CA-1ECD-2CB5-B5AA-F35DC29ED58F}"/>
              </a:ext>
            </a:extLst>
          </p:cNvPr>
          <p:cNvSpPr txBox="1"/>
          <p:nvPr/>
        </p:nvSpPr>
        <p:spPr>
          <a:xfrm>
            <a:off x="21851793" y="18638037"/>
            <a:ext cx="9681589" cy="784830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As expected, the battery performance increases due to increased regeneration ability due to supercapacitor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On a few instances, we can see that the battery also takes regenerative power which shows correctness of  the model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Even small SC helps in improving regeneration, the marginal gain of capacitor value decreases after a point due to added mass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Using SC hybrid capacitor improved the energy saving on the current drive profile by </a:t>
            </a:r>
            <a:r>
              <a:rPr lang="en-IN" sz="2800" b="1" dirty="0">
                <a:solidFill>
                  <a:schemeClr val="tx1"/>
                </a:solidFill>
              </a:rPr>
              <a:t>10.43 %</a:t>
            </a:r>
            <a:r>
              <a:rPr lang="en-IN" sz="2800" dirty="0">
                <a:solidFill>
                  <a:schemeClr val="tx1"/>
                </a:solidFill>
              </a:rPr>
              <a:t> in terms of </a:t>
            </a:r>
            <a:r>
              <a:rPr lang="en-IN" sz="2800" dirty="0" err="1">
                <a:solidFill>
                  <a:schemeClr val="tx1"/>
                </a:solidFill>
              </a:rPr>
              <a:t>Wh</a:t>
            </a:r>
            <a:r>
              <a:rPr lang="en-IN" sz="2800" dirty="0">
                <a:solidFill>
                  <a:schemeClr val="tx1"/>
                </a:solidFill>
              </a:rPr>
              <a:t>/km from 28.80 </a:t>
            </a:r>
            <a:r>
              <a:rPr lang="en-IN" sz="2800" dirty="0" err="1">
                <a:solidFill>
                  <a:schemeClr val="tx1"/>
                </a:solidFill>
              </a:rPr>
              <a:t>Wh</a:t>
            </a:r>
            <a:r>
              <a:rPr lang="en-IN" sz="2800" dirty="0">
                <a:solidFill>
                  <a:schemeClr val="tx1"/>
                </a:solidFill>
              </a:rPr>
              <a:t>/km to 38.81 </a:t>
            </a:r>
            <a:r>
              <a:rPr lang="en-IN" sz="2800" dirty="0" err="1">
                <a:solidFill>
                  <a:schemeClr val="tx1"/>
                </a:solidFill>
              </a:rPr>
              <a:t>Wh</a:t>
            </a:r>
            <a:r>
              <a:rPr lang="en-IN" sz="2800" dirty="0">
                <a:solidFill>
                  <a:schemeClr val="tx1"/>
                </a:solidFill>
              </a:rPr>
              <a:t>/km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The single charge range increases from </a:t>
            </a:r>
            <a:r>
              <a:rPr lang="en-IN" sz="2800" b="1" dirty="0">
                <a:solidFill>
                  <a:schemeClr val="tx1"/>
                </a:solidFill>
              </a:rPr>
              <a:t>37.72 km to 41.66 km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The rough cost of the SC + added electronics amount to </a:t>
            </a:r>
            <a:r>
              <a:rPr lang="en-IN" sz="2800" b="1" dirty="0">
                <a:solidFill>
                  <a:schemeClr val="tx1"/>
                </a:solidFill>
              </a:rPr>
              <a:t>₹ 2,600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IN" sz="2800" dirty="0">
                <a:solidFill>
                  <a:schemeClr val="tx1"/>
                </a:solidFill>
              </a:rPr>
              <a:t>The reduced number of charge cycles can improve the battery life by around </a:t>
            </a:r>
            <a:r>
              <a:rPr lang="en-IN" sz="2800" b="1" dirty="0">
                <a:solidFill>
                  <a:schemeClr val="tx1"/>
                </a:solidFill>
              </a:rPr>
              <a:t>6 months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800" dirty="0">
              <a:solidFill>
                <a:schemeClr val="tx1"/>
              </a:solidFill>
            </a:endParaRPr>
          </a:p>
        </p:txBody>
      </p:sp>
      <p:pic>
        <p:nvPicPr>
          <p:cNvPr id="458" name="Picture 457">
            <a:extLst>
              <a:ext uri="{FF2B5EF4-FFF2-40B4-BE49-F238E27FC236}">
                <a16:creationId xmlns:a16="http://schemas.microsoft.com/office/drawing/2014/main" id="{B7CDACD9-DE1D-A029-7EDD-35D2EF9160EE}"/>
              </a:ext>
            </a:extLst>
          </p:cNvPr>
          <p:cNvPicPr>
            <a:picLocks noChangeAspect="1"/>
          </p:cNvPicPr>
          <p:nvPr/>
        </p:nvPicPr>
        <p:blipFill>
          <a:blip r:embed="rId17"/>
          <a:srcRect l="4368"/>
          <a:stretch/>
        </p:blipFill>
        <p:spPr>
          <a:xfrm>
            <a:off x="8058149" y="30138059"/>
            <a:ext cx="2592705" cy="3970317"/>
          </a:xfrm>
          <a:prstGeom prst="rect">
            <a:avLst/>
          </a:prstGeom>
        </p:spPr>
      </p:pic>
      <p:pic>
        <p:nvPicPr>
          <p:cNvPr id="460" name="Graphic 459">
            <a:extLst>
              <a:ext uri="{FF2B5EF4-FFF2-40B4-BE49-F238E27FC236}">
                <a16:creationId xmlns:a16="http://schemas.microsoft.com/office/drawing/2014/main" id="{783C9F5B-47C3-9CE1-3B9C-4C714929FD5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1159644" y="18623555"/>
            <a:ext cx="9914674" cy="4351908"/>
          </a:xfrm>
          <a:prstGeom prst="rect">
            <a:avLst/>
          </a:prstGeom>
        </p:spPr>
      </p:pic>
      <p:pic>
        <p:nvPicPr>
          <p:cNvPr id="462" name="Graphic 461">
            <a:extLst>
              <a:ext uri="{FF2B5EF4-FFF2-40B4-BE49-F238E27FC236}">
                <a16:creationId xmlns:a16="http://schemas.microsoft.com/office/drawing/2014/main" id="{77C59A78-3A25-FF11-761D-2E74CD68EA3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11151309" y="23141975"/>
            <a:ext cx="9914674" cy="4548278"/>
          </a:xfrm>
          <a:prstGeom prst="rect">
            <a:avLst/>
          </a:prstGeom>
        </p:spPr>
      </p:pic>
      <p:pic>
        <p:nvPicPr>
          <p:cNvPr id="464" name="Graphic 463">
            <a:extLst>
              <a:ext uri="{FF2B5EF4-FFF2-40B4-BE49-F238E27FC236}">
                <a16:creationId xmlns:a16="http://schemas.microsoft.com/office/drawing/2014/main" id="{FCB07AA3-A9B4-E788-C27A-4AB12A1D3421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11159642" y="27849963"/>
            <a:ext cx="9914674" cy="4666412"/>
          </a:xfrm>
          <a:prstGeom prst="rect">
            <a:avLst/>
          </a:prstGeom>
        </p:spPr>
      </p:pic>
      <p:pic>
        <p:nvPicPr>
          <p:cNvPr id="466" name="Graphic 465">
            <a:extLst>
              <a:ext uri="{FF2B5EF4-FFF2-40B4-BE49-F238E27FC236}">
                <a16:creationId xmlns:a16="http://schemas.microsoft.com/office/drawing/2014/main" id="{2BD20A36-0FC0-E753-861D-026E57F8607C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1159642" y="32682887"/>
            <a:ext cx="9914673" cy="4666412"/>
          </a:xfrm>
          <a:prstGeom prst="rect">
            <a:avLst/>
          </a:prstGeom>
        </p:spPr>
      </p:pic>
      <p:pic>
        <p:nvPicPr>
          <p:cNvPr id="468" name="Graphic 467">
            <a:extLst>
              <a:ext uri="{FF2B5EF4-FFF2-40B4-BE49-F238E27FC236}">
                <a16:creationId xmlns:a16="http://schemas.microsoft.com/office/drawing/2014/main" id="{94566E1D-7232-09F0-E06A-414E843649EA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1151309" y="37487139"/>
            <a:ext cx="9914673" cy="4666413"/>
          </a:xfrm>
          <a:prstGeom prst="rect">
            <a:avLst/>
          </a:prstGeom>
        </p:spPr>
      </p:pic>
      <p:cxnSp>
        <p:nvCxnSpPr>
          <p:cNvPr id="471" name="Straight Connector 470">
            <a:extLst>
              <a:ext uri="{FF2B5EF4-FFF2-40B4-BE49-F238E27FC236}">
                <a16:creationId xmlns:a16="http://schemas.microsoft.com/office/drawing/2014/main" id="{0C21976B-5BAB-589F-64EC-EB75C6C794B5}"/>
              </a:ext>
            </a:extLst>
          </p:cNvPr>
          <p:cNvCxnSpPr>
            <a:cxnSpLocks/>
          </p:cNvCxnSpPr>
          <p:nvPr/>
        </p:nvCxnSpPr>
        <p:spPr>
          <a:xfrm>
            <a:off x="30094241" y="1656828"/>
            <a:ext cx="0" cy="544623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5" name="Straight Connector 474">
            <a:extLst>
              <a:ext uri="{FF2B5EF4-FFF2-40B4-BE49-F238E27FC236}">
                <a16:creationId xmlns:a16="http://schemas.microsoft.com/office/drawing/2014/main" id="{6BA87266-651E-8AA3-1D89-2A0122E66C9D}"/>
              </a:ext>
            </a:extLst>
          </p:cNvPr>
          <p:cNvCxnSpPr>
            <a:cxnSpLocks/>
          </p:cNvCxnSpPr>
          <p:nvPr/>
        </p:nvCxnSpPr>
        <p:spPr>
          <a:xfrm flipH="1">
            <a:off x="29862178" y="2172331"/>
            <a:ext cx="232063" cy="72350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9" name="Straight Connector 478">
            <a:extLst>
              <a:ext uri="{FF2B5EF4-FFF2-40B4-BE49-F238E27FC236}">
                <a16:creationId xmlns:a16="http://schemas.microsoft.com/office/drawing/2014/main" id="{BC79F732-A3D6-A7AF-38B9-DF56C304D03A}"/>
              </a:ext>
            </a:extLst>
          </p:cNvPr>
          <p:cNvCxnSpPr>
            <a:cxnSpLocks/>
          </p:cNvCxnSpPr>
          <p:nvPr/>
        </p:nvCxnSpPr>
        <p:spPr>
          <a:xfrm>
            <a:off x="30094241" y="2172330"/>
            <a:ext cx="277810" cy="72351"/>
          </a:xfrm>
          <a:prstGeom prst="line">
            <a:avLst/>
          </a:prstGeom>
          <a:ln w="571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AutoShape 4">
            <a:extLst>
              <a:ext uri="{FF2B5EF4-FFF2-40B4-BE49-F238E27FC236}">
                <a16:creationId xmlns:a16="http://schemas.microsoft.com/office/drawing/2014/main" id="{31DF6AD3-F23F-55F7-F436-AB2248EA439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6046450" y="214471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" name="AutoShape 10">
            <a:extLst>
              <a:ext uri="{FF2B5EF4-FFF2-40B4-BE49-F238E27FC236}">
                <a16:creationId xmlns:a16="http://schemas.microsoft.com/office/drawing/2014/main" id="{95EB9254-620F-EE6A-8673-F2EACF54A7B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7303706" y="40846787"/>
            <a:ext cx="3608094" cy="3608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3B0E132-AA52-DE59-7A19-8204450434FA}"/>
              </a:ext>
            </a:extLst>
          </p:cNvPr>
          <p:cNvPicPr>
            <a:picLocks noChangeAspect="1"/>
          </p:cNvPicPr>
          <p:nvPr/>
        </p:nvPicPr>
        <p:blipFill>
          <a:blip r:embed="rId28"/>
          <a:stretch>
            <a:fillRect/>
          </a:stretch>
        </p:blipFill>
        <p:spPr>
          <a:xfrm>
            <a:off x="29505498" y="40153821"/>
            <a:ext cx="2057395" cy="205739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260</TotalTime>
  <Words>1357</Words>
  <Application>Microsoft Office PowerPoint</Application>
  <PresentationFormat>Custom</PresentationFormat>
  <Paragraphs>126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Simple Light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Yash Paritkar</dc:creator>
  <cp:lastModifiedBy>Yash Udayan Paritkar</cp:lastModifiedBy>
  <cp:revision>1</cp:revision>
  <dcterms:modified xsi:type="dcterms:W3CDTF">2024-11-23T19:56:11Z</dcterms:modified>
</cp:coreProperties>
</file>